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canvasTheme1.xml" ContentType="application/vnd.openxmlformats-officedocument.theme+xml"/>
  <Override PartName="/ppt/slideLayouts/canvasLayout1.xml" ContentType="application/vnd.openxmlformats-officedocument.presentationml.slideLayout+xml"/>
  <Override PartName="/ppt/slideLayouts/canvasLayout2.xml" ContentType="application/vnd.openxmlformats-officedocument.presentationml.slideLayout+xml"/>
  <Override PartName="/ppt/slideLayouts/canvasLayout3.xml" ContentType="application/vnd.openxmlformats-officedocument.presentationml.slideLayout+xml"/>
  <Override PartName="/ppt/slideLayouts/canvasLayout4.xml" ContentType="application/vnd.openxmlformats-officedocument.presentationml.slideLayout+xml"/>
  <Override PartName="/ppt/slideLayouts/canvasLayout5.xml" ContentType="application/vnd.openxmlformats-officedocument.presentationml.slideLayout+xml"/>
  <Override PartName="/ppt/slideLayouts/canvasLayout6.xml" ContentType="application/vnd.openxmlformats-officedocument.presentationml.slideLayout+xml"/>
  <Override PartName="/ppt/slideMasters/canvasMaster1.xml" ContentType="application/vnd.openxmlformats-officedocument.presentationml.slideMaster+xml"/>
  <Override PartName="/ppt/slides/canvas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Canvas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sldMasterIdLst>
    <p:sldMasterId id="2147483648" r:id="rIdCanvas1"/>
  </p:sldMasterIdLst>
  <p:sldIdLst>
    <p:sldId id="256" r:id="rIdCanvas2"/>
  </p:sldIdLst>
  <p:sldSz cx="12192000" cy="6858000"/>
  <p:notesSz cx="6858000" cy="9144000"/>
  <p:defaultTextStyle/>
</p:presentation>
</file>

<file path=ppt/_rels/presentation.xml.rels><Relationships xmlns="http://schemas.openxmlformats.org/package/2006/relationships"><Relationship Id="rIdCanvas1" Type="http://schemas.openxmlformats.org/officeDocument/2006/relationships/slideMaster" Target="slideMasters/canvasMaster1.xml"/><Relationship Id="rIdCanvas2" Type="http://schemas.openxmlformats.org/officeDocument/2006/relationships/slide" Target="slides/canvasSlide1.xml"/></Relationships>
</file>

<file path=ppt/slideLayouts/_rels/canvasLayout1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2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3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4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5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6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canvasLayout1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2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obj" preserve="1">
  <p:cSld name="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3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woObj" preserve="1">
  <p:cSld name="two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4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Only" preserve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5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6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secHead" preserve="1">
  <p:cSld name="sec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canvasMaster1.xml.rels><Relationships xmlns="http://schemas.openxmlformats.org/package/2006/relationships"><Relationship Id="rIdCanvas1" Type="http://schemas.openxmlformats.org/officeDocument/2006/relationships/slideLayout" Target="../slideLayouts/canvasLayout1.xml"/><Relationship Id="rIdCanvas2" Type="http://schemas.openxmlformats.org/officeDocument/2006/relationships/slideLayout" Target="../slideLayouts/canvasLayout2.xml"/><Relationship Id="rIdCanvas3" Type="http://schemas.openxmlformats.org/officeDocument/2006/relationships/slideLayout" Target="../slideLayouts/canvasLayout3.xml"/><Relationship Id="rIdCanvas4" Type="http://schemas.openxmlformats.org/officeDocument/2006/relationships/slideLayout" Target="../slideLayouts/canvasLayout4.xml"/><Relationship Id="rIdCanvas5" Type="http://schemas.openxmlformats.org/officeDocument/2006/relationships/slideLayout" Target="../slideLayouts/canvasLayout5.xml"/><Relationship Id="rIdCanvas6" Type="http://schemas.openxmlformats.org/officeDocument/2006/relationships/slideLayout" Target="../slideLayouts/canvasLayout6.xml"/><Relationship Id="rIdCanvas7" Type="http://schemas.openxmlformats.org/officeDocument/2006/relationships/theme" Target="../theme/canvasTheme1.xml"/></Relationships>
</file>

<file path=ppt/slideMasters/canvasMaster1.xml><?xml version="1.0" encoding="utf-8"?>
<p:sldMaster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Canvas1"/>
    <p:sldLayoutId id="2147483650" r:id="rIdCanvas2"/>
    <p:sldLayoutId id="2147483651" r:id="rIdCanvas3"/>
    <p:sldLayoutId id="2147483652" r:id="rIdCanvas4"/>
    <p:sldLayoutId id="2147483653" r:id="rIdCanvas5"/>
    <p:sldLayoutId id="2147483654" r:id="rIdCanvas6"/>
  </p:sldLayoutIdLst>
  <p:txStyles>
    <p:titleStyle/>
    <p:bodyStyle/>
    <p:otherStyle/>
  </p:txStyles>
</p:sldMaster>
</file>

<file path=ppt/slides/_rels/canvasSlide1.xml.rels><Relationships xmlns="http://schemas.openxmlformats.org/package/2006/relationships"><Relationship Id="rIdCanvas1" Type="http://schemas.openxmlformats.org/officeDocument/2006/relationships/slideLayout" Target="../slideLayouts/canvasLayout5.xml"/></Relationships>
</file>

<file path=ppt/slides/canvas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幻灯片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ne-control"/>
          <p:cNvSpPr/>
          <p:nvPr/>
        </p:nvSpPr>
        <p:spPr>
          <a:xfrm>
            <a:off x="540000" y="432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u="none" strike="noStrike">
                <a:solidFill>
                  <a:srgbClr val="000000"/>
                </a:solidFill>
                <a:latin typeface="Arial"/>
              </a:rPr>
              <a:t>H H</a:t>
            </a:r>
          </a:p>
        </p:txBody>
      </p:sp>
      <p:sp>
        <p:nvSpPr>
          <p:cNvPr id="3" name="single-underline"/>
          <p:cNvSpPr/>
          <p:nvPr/>
        </p:nvSpPr>
        <p:spPr>
          <a:xfrm>
            <a:off x="4320000" y="432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u="sng">
                <a:solidFill>
                  <a:srgbClr val="000000"/>
                </a:solidFill>
                <a:latin typeface="Arial"/>
              </a:rPr>
              <a:t>H H</a:t>
            </a:r>
          </a:p>
        </p:txBody>
      </p:sp>
      <p:sp>
        <p:nvSpPr>
          <p:cNvPr id="4" name="double-underline"/>
          <p:cNvSpPr/>
          <p:nvPr/>
        </p:nvSpPr>
        <p:spPr>
          <a:xfrm>
            <a:off x="8100000" y="432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u="dbl">
                <a:solidFill>
                  <a:srgbClr val="000000"/>
                </a:solidFill>
                <a:latin typeface="Arial"/>
              </a:rPr>
              <a:t>H H</a:t>
            </a:r>
          </a:p>
        </p:txBody>
      </p:sp>
      <p:sp>
        <p:nvSpPr>
          <p:cNvPr id="5" name="single-strike"/>
          <p:cNvSpPr/>
          <p:nvPr/>
        </p:nvSpPr>
        <p:spPr>
          <a:xfrm>
            <a:off x="540000" y="2016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strike="sngStrike">
                <a:solidFill>
                  <a:srgbClr val="000000"/>
                </a:solidFill>
                <a:latin typeface="Arial"/>
              </a:rPr>
              <a:t>H H</a:t>
            </a:r>
          </a:p>
        </p:txBody>
      </p:sp>
      <p:sp>
        <p:nvSpPr>
          <p:cNvPr id="6" name="double-strike"/>
          <p:cNvSpPr/>
          <p:nvPr/>
        </p:nvSpPr>
        <p:spPr>
          <a:xfrm>
            <a:off x="4320000" y="2016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strike="dblStrike">
                <a:solidFill>
                  <a:srgbClr val="000000"/>
                </a:solidFill>
                <a:latin typeface="Arial"/>
              </a:rPr>
              <a:t>H H</a:t>
            </a:r>
          </a:p>
        </p:txBody>
      </p:sp>
      <p:sp>
        <p:nvSpPr>
          <p:cNvPr id="7" name="both-double"/>
          <p:cNvSpPr/>
          <p:nvPr/>
        </p:nvSpPr>
        <p:spPr>
          <a:xfrm>
            <a:off x="8100000" y="2016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u="dbl" strike="dblStrike">
                <a:solidFill>
                  <a:srgbClr val="000000"/>
                </a:solidFill>
                <a:latin typeface="Arial"/>
              </a:rPr>
              <a:t>H H</a:t>
            </a:r>
          </a:p>
        </p:txBody>
      </p:sp>
      <p:sp>
        <p:nvSpPr>
          <p:cNvPr id="8" name="inherited-double"/>
          <p:cNvSpPr/>
          <p:nvPr/>
        </p:nvSpPr>
        <p:spPr>
          <a:xfrm>
            <a:off x="540000" y="3600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>
              <a:defRPr u="dbl" strike="dblStrike"/>
            </a:pPr>
            <a:r>
              <a:rPr sz="4800" lang="en-US">
                <a:solidFill>
                  <a:srgbClr val="000000"/>
                </a:solidFill>
                <a:latin typeface="Arial"/>
              </a:rPr>
              <a:t>H H</a:t>
            </a:r>
          </a:p>
        </p:txBody>
      </p:sp>
      <p:sp>
        <p:nvSpPr>
          <p:cNvPr id="9" name="explicit-disable"/>
          <p:cNvSpPr/>
          <p:nvPr/>
        </p:nvSpPr>
        <p:spPr>
          <a:xfrm>
            <a:off x="4320000" y="3600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>
              <a:defRPr u="dbl" strike="dblStrike"/>
            </a:pPr>
            <a:r>
              <a:rPr sz="4800" lang="en-US" u="none" strike="noStrike">
                <a:solidFill>
                  <a:srgbClr val="000000"/>
                </a:solidFill>
                <a:latin typeface="Arial"/>
              </a:rPr>
              <a:t>H H</a:t>
            </a:r>
          </a:p>
        </p:txBody>
      </p:sp>
      <p:sp>
        <p:nvSpPr>
          <p:cNvPr id="10" name="zero-alpha-double"/>
          <p:cNvSpPr/>
          <p:nvPr/>
        </p:nvSpPr>
        <p:spPr>
          <a:xfrm>
            <a:off x="8100000" y="3600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u="dbl" strike="dblStrike">
                <a:solidFill>
                  <a:srgbClr val="000000">
                    <a:alpha val="0"/>
                  </a:srgbClr>
                </a:solidFill>
                <a:latin typeface="Arial"/>
              </a:rPr>
              <a:t>H H</a:t>
            </a:r>
          </a:p>
        </p:txBody>
      </p:sp>
      <p:sp>
        <p:nvSpPr>
          <p:cNvPr id="11" name="half-alpha-double"/>
          <p:cNvSpPr/>
          <p:nvPr/>
        </p:nvSpPr>
        <p:spPr>
          <a:xfrm>
            <a:off x="540000" y="5184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u="dbl" strike="dblStrike">
                <a:solidFill>
                  <a:srgbClr val="000000">
                    <a:alpha val="50000"/>
                  </a:srgbClr>
                </a:solidFill>
                <a:latin typeface="Arial"/>
              </a:rPr>
              <a:t>H H</a:t>
            </a:r>
          </a:p>
        </p:txBody>
      </p:sp>
      <p:sp>
        <p:nvSpPr>
          <p:cNvPr id="12" name="wavy-preserved"/>
          <p:cNvSpPr/>
          <p:nvPr/>
        </p:nvSpPr>
        <p:spPr>
          <a:xfrm>
            <a:off x="4320000" y="5184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u="wavy" strike="sngStrike">
                <a:solidFill>
                  <a:srgbClr val="000000"/>
                </a:solidFill>
                <a:latin typeface="Arial"/>
              </a:rPr>
              <a:t>H H</a:t>
            </a:r>
          </a:p>
        </p:txBody>
      </p:sp>
      <p:sp>
        <p:nvSpPr>
          <p:cNvPr id="13" name="words-preserved"/>
          <p:cNvSpPr/>
          <p:nvPr/>
        </p:nvSpPr>
        <p:spPr>
          <a:xfrm>
            <a:off x="8100000" y="5184000"/>
            <a:ext cx="3168000" cy="1152000"/>
          </a:xfrm>
          <a:prstGeom prst="rect">
            <a:avLst/>
          </a:prstGeom>
          <a:solidFill>
            <a:srgbClr val="FFFFFF"/>
          </a:solidFill>
          <a:ln w="14400">
            <a:solidFill>
              <a:srgbClr val="0077CC"/>
            </a:solidFill>
          </a:ln>
        </p:spPr>
        <p:txBody>
          <a:bodyPr anchor="ctr" wrap="none" lIns="0" rIns="0" tIns="0" bIns="0"/>
          <a:lstStyle/>
          <a:p>
            <a:pPr algn="ctr" lvl="0"/>
            <a:r>
              <a:rPr sz="4800" lang="en-US" u="words">
                <a:solidFill>
                  <a:srgbClr val="000000"/>
                </a:solidFill>
                <a:latin typeface="Arial"/>
              </a:rPr>
              <a:t>H H</a:t>
            </a:r>
          </a:p>
        </p:txBody>
      </p:sp>
    </p:spTree>
  </p:cSld>
  <p:clrMapOvr>
    <a:masterClrMapping/>
  </p:clrMapOvr>
  <p:transition advClick="1"/>
</p:sld>
</file>

<file path=ppt/theme/canvasTheme1.xml><?xml version="1.0" encoding="utf-8"?>
<a:theme xmlns:a="http://schemas.openxmlformats.org/drawingml/2006/main" name="Open Office">
  <a:themeElements>
    <a:clrScheme name="Open Office">
      <a:dk1>
        <a:srgbClr val="000000"/>
      </a:dk1>
      <a:lt1>
        <a:srgbClr val="FFFFFF"/>
      </a:lt1>
      <a:dk2>
        <a:srgbClr val="243247"/>
      </a:dk2>
      <a:lt2>
        <a:srgbClr val="F5F7FA"/>
      </a:lt2>
      <a:accent1>
        <a:srgbClr val="3875CB"/>
      </a:accent1>
      <a:accent2>
        <a:srgbClr val="EA9361"/>
      </a:accent2>
      <a:accent3>
        <a:srgbClr val="6AA58B"/>
      </a:accent3>
      <a:accent4>
        <a:srgbClr val="9475B8"/>
      </a:accent4>
      <a:accent5>
        <a:srgbClr val="54A7B6"/>
      </a:accent5>
      <a:accent6>
        <a:srgbClr val="D2B35D"/>
      </a:accent6>
      <a:hlink>
        <a:srgbClr val="0563C1"/>
      </a:hlink>
      <a:folHlink>
        <a:srgbClr val="954F72"/>
      </a:folHlink>
    </a:clrScheme>
    <a:fontScheme name="Open Office">
      <a:majorFont>
        <a:latin typeface="Arial"/>
        <a:ea typeface="Noto Sans CJK SC"/>
        <a:cs typeface="Arial"/>
      </a:majorFont>
      <a:minorFont>
        <a:latin typeface="Arial"/>
        <a:ea typeface="Noto Sans CJK SC"/>
        <a:cs typeface="Arial"/>
      </a:minorFont>
    </a:fontScheme>
    <a:fmtScheme name="Open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