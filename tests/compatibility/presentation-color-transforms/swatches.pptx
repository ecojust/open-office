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se"/>
          <p:cNvSpPr/>
          <p:nvPr/>
        </p:nvSpPr>
        <p:spPr>
          <a:xfrm>
            <a:off x="720000" y="540000"/>
            <a:ext cx="1656000" cy="1008000"/>
          </a:xfrm>
          <a:prstGeom prst="rect">
            <a:avLst/>
          </a:prstGeom>
          <a:solidFill>
            <a:srgbClr val="336699"/>
          </a:solidFill>
          <a:ln>
            <a:noFill/>
          </a:ln>
        </p:spPr>
      </p:sp>
      <p:sp>
        <p:nvSpPr>
          <p:cNvPr id="3" name="tint-0"/>
          <p:cNvSpPr/>
          <p:nvPr/>
        </p:nvSpPr>
        <p:spPr>
          <a:xfrm>
            <a:off x="2952000" y="540000"/>
            <a:ext cx="1656000" cy="1008000"/>
          </a:xfrm>
          <a:prstGeom prst="rect">
            <a:avLst/>
          </a:prstGeom>
          <a:solidFill>
            <a:srgbClr val="336699">
              <a:tint val="0"/>
            </a:srgbClr>
          </a:solidFill>
          <a:ln>
            <a:noFill/>
          </a:ln>
        </p:spPr>
      </p:sp>
      <p:sp>
        <p:nvSpPr>
          <p:cNvPr id="4" name="tint-25"/>
          <p:cNvSpPr/>
          <p:nvPr/>
        </p:nvSpPr>
        <p:spPr>
          <a:xfrm>
            <a:off x="5184000" y="540000"/>
            <a:ext cx="1656000" cy="1008000"/>
          </a:xfrm>
          <a:prstGeom prst="rect">
            <a:avLst/>
          </a:prstGeom>
          <a:solidFill>
            <a:srgbClr val="336699">
              <a:tint val="25000"/>
            </a:srgbClr>
          </a:solidFill>
          <a:ln>
            <a:noFill/>
          </a:ln>
        </p:spPr>
      </p:sp>
      <p:sp>
        <p:nvSpPr>
          <p:cNvPr id="5" name="tint-50"/>
          <p:cNvSpPr/>
          <p:nvPr/>
        </p:nvSpPr>
        <p:spPr>
          <a:xfrm>
            <a:off x="7416000" y="540000"/>
            <a:ext cx="1656000" cy="1008000"/>
          </a:xfrm>
          <a:prstGeom prst="rect">
            <a:avLst/>
          </a:prstGeom>
          <a:solidFill>
            <a:srgbClr val="336699">
              <a:tint val="50000"/>
            </a:srgbClr>
          </a:solidFill>
          <a:ln>
            <a:noFill/>
          </a:ln>
        </p:spPr>
      </p:sp>
      <p:sp>
        <p:nvSpPr>
          <p:cNvPr id="6" name="tint-100"/>
          <p:cNvSpPr/>
          <p:nvPr/>
        </p:nvSpPr>
        <p:spPr>
          <a:xfrm>
            <a:off x="9648000" y="540000"/>
            <a:ext cx="1656000" cy="1008000"/>
          </a:xfrm>
          <a:prstGeom prst="rect">
            <a:avLst/>
          </a:prstGeom>
          <a:solidFill>
            <a:srgbClr val="336699">
              <a:tint val="100000"/>
            </a:srgbClr>
          </a:solidFill>
          <a:ln>
            <a:noFill/>
          </a:ln>
        </p:spPr>
      </p:sp>
      <p:sp>
        <p:nvSpPr>
          <p:cNvPr id="7" name="shade-50"/>
          <p:cNvSpPr/>
          <p:nvPr/>
        </p:nvSpPr>
        <p:spPr>
          <a:xfrm>
            <a:off x="720000" y="2052000"/>
            <a:ext cx="1656000" cy="1008000"/>
          </a:xfrm>
          <a:prstGeom prst="rect">
            <a:avLst/>
          </a:prstGeom>
          <a:solidFill>
            <a:srgbClr val="336699">
              <a:shade val="50000"/>
            </a:srgbClr>
          </a:solidFill>
          <a:ln>
            <a:noFill/>
          </a:ln>
        </p:spPr>
      </p:sp>
      <p:sp>
        <p:nvSpPr>
          <p:cNvPr id="8" name="lum-mod-50"/>
          <p:cNvSpPr/>
          <p:nvPr/>
        </p:nvSpPr>
        <p:spPr>
          <a:xfrm>
            <a:off x="2952000" y="2052000"/>
            <a:ext cx="1656000" cy="1008000"/>
          </a:xfrm>
          <a:prstGeom prst="rect">
            <a:avLst/>
          </a:prstGeom>
          <a:solidFill>
            <a:srgbClr val="336699">
              <a:lumMod val="50000"/>
            </a:srgbClr>
          </a:solidFill>
          <a:ln>
            <a:noFill/>
          </a:ln>
        </p:spPr>
      </p:sp>
      <p:sp>
        <p:nvSpPr>
          <p:cNvPr id="9" name="lum-off-20"/>
          <p:cNvSpPr/>
          <p:nvPr/>
        </p:nvSpPr>
        <p:spPr>
          <a:xfrm>
            <a:off x="5184000" y="2052000"/>
            <a:ext cx="1656000" cy="1008000"/>
          </a:xfrm>
          <a:prstGeom prst="rect">
            <a:avLst/>
          </a:prstGeom>
          <a:solidFill>
            <a:srgbClr val="336699">
              <a:lumOff val="20000"/>
            </a:srgbClr>
          </a:solidFill>
          <a:ln>
            <a:noFill/>
          </a:ln>
        </p:spPr>
      </p:sp>
      <p:sp>
        <p:nvSpPr>
          <p:cNvPr id="10" name="lum-mod-off"/>
          <p:cNvSpPr/>
          <p:nvPr/>
        </p:nvSpPr>
        <p:spPr>
          <a:xfrm>
            <a:off x="7416000" y="2052000"/>
            <a:ext cx="1656000" cy="1008000"/>
          </a:xfrm>
          <a:prstGeom prst="rect">
            <a:avLst/>
          </a:prstGeom>
          <a:solidFill>
            <a:srgbClr val="336699">
              <a:lumMod val="50000"/>
              <a:lumOff val="20000"/>
            </a:srgbClr>
          </a:solidFill>
          <a:ln>
            <a:noFill/>
          </a:ln>
        </p:spPr>
      </p:sp>
      <p:sp>
        <p:nvSpPr>
          <p:cNvPr id="11" name="lum-off-mod"/>
          <p:cNvSpPr/>
          <p:nvPr/>
        </p:nvSpPr>
        <p:spPr>
          <a:xfrm>
            <a:off x="9648000" y="2052000"/>
            <a:ext cx="1656000" cy="1008000"/>
          </a:xfrm>
          <a:prstGeom prst="rect">
            <a:avLst/>
          </a:prstGeom>
          <a:solidFill>
            <a:srgbClr val="336699">
              <a:lumOff val="20000"/>
              <a:lumMod val="50000"/>
            </a:srgbClr>
          </a:solidFill>
          <a:ln>
            <a:noFill/>
          </a:ln>
        </p:spPr>
      </p:sp>
      <p:sp>
        <p:nvSpPr>
          <p:cNvPr id="12" name="green-tint-50"/>
          <p:cNvSpPr/>
          <p:nvPr/>
        </p:nvSpPr>
        <p:spPr>
          <a:xfrm>
            <a:off x="720000" y="3564000"/>
            <a:ext cx="1656000" cy="1008000"/>
          </a:xfrm>
          <a:prstGeom prst="rect">
            <a:avLst/>
          </a:prstGeom>
          <a:solidFill>
            <a:srgbClr val="00FF00">
              <a:tint val="50000"/>
            </a:srgbClr>
          </a:solidFill>
          <a:ln>
            <a:noFill/>
          </a:ln>
        </p:spPr>
      </p:sp>
      <p:sp>
        <p:nvSpPr>
          <p:cNvPr id="13" name="green-shade-50"/>
          <p:cNvSpPr/>
          <p:nvPr/>
        </p:nvSpPr>
        <p:spPr>
          <a:xfrm>
            <a:off x="2952000" y="3564000"/>
            <a:ext cx="1656000" cy="1008000"/>
          </a:xfrm>
          <a:prstGeom prst="rect">
            <a:avLst/>
          </a:prstGeom>
          <a:solidFill>
            <a:srgbClr val="00FF00">
              <a:shade val="50000"/>
            </a:srgbClr>
          </a:solidFill>
          <a:ln>
            <a:noFill/>
          </a:ln>
        </p:spPr>
      </p:sp>
      <p:sp>
        <p:nvSpPr>
          <p:cNvPr id="14" name="scrgb-50"/>
          <p:cNvSpPr/>
          <p:nvPr/>
        </p:nvSpPr>
        <p:spPr>
          <a:xfrm>
            <a:off x="5184000" y="3564000"/>
            <a:ext cx="1656000" cy="1008000"/>
          </a:xfrm>
          <a:prstGeom prst="rect">
            <a:avLst/>
          </a:prstGeom>
          <a:solidFill>
            <a:scrgbClr r="50000" g="50000" b="50000"/>
          </a:solidFill>
          <a:ln>
            <a:noFill/>
          </a:ln>
        </p:spPr>
      </p:sp>
      <p:sp>
        <p:nvSpPr>
          <p:cNvPr id="15" name="scrgb-percent"/>
          <p:cNvSpPr/>
          <p:nvPr/>
        </p:nvSpPr>
        <p:spPr>
          <a:xfrm>
            <a:off x="7416000" y="3564000"/>
            <a:ext cx="1656000" cy="1008000"/>
          </a:xfrm>
          <a:prstGeom prst="rect">
            <a:avLst/>
          </a:prstGeom>
          <a:solidFill>
            <a:scrgbClr r="50%" g="50%" b="50%"/>
          </a:solidFill>
          <a:ln>
            <a:noFill/>
          </a:ln>
        </p:spPr>
      </p:sp>
      <p:sp>
        <p:nvSpPr>
          <p:cNvPr id="16" name="srgb-equivalent"/>
          <p:cNvSpPr/>
          <p:nvPr/>
        </p:nvSpPr>
        <p:spPr>
          <a:xfrm>
            <a:off x="9648000" y="3564000"/>
            <a:ext cx="1656000" cy="1008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17" name="tint-percent"/>
          <p:cNvSpPr/>
          <p:nvPr/>
        </p:nvSpPr>
        <p:spPr>
          <a:xfrm>
            <a:off x="720000" y="5076000"/>
            <a:ext cx="1656000" cy="1008000"/>
          </a:xfrm>
          <a:prstGeom prst="rect">
            <a:avLst/>
          </a:prstGeom>
          <a:solidFill>
            <a:srgbClr val="336699">
              <a:tint val="50%"/>
            </a:srgbClr>
          </a:solidFill>
          <a:ln>
            <a:noFill/>
          </a:ln>
        </p:spPr>
      </p:sp>
      <p:sp>
        <p:nvSpPr>
          <p:cNvPr id="18" name="tint-shade"/>
          <p:cNvSpPr/>
          <p:nvPr/>
        </p:nvSpPr>
        <p:spPr>
          <a:xfrm>
            <a:off x="2952000" y="5076000"/>
            <a:ext cx="1656000" cy="1008000"/>
          </a:xfrm>
          <a:prstGeom prst="rect">
            <a:avLst/>
          </a:prstGeom>
          <a:solidFill>
            <a:srgbClr val="336699">
              <a:tint val="50000"/>
              <a:shade val="50000"/>
            </a:srgbClr>
          </a:solidFill>
          <a:ln>
            <a:noFill/>
          </a:ln>
        </p:spPr>
      </p:sp>
      <p:sp>
        <p:nvSpPr>
          <p:cNvPr id="19" name="shade-tint"/>
          <p:cNvSpPr/>
          <p:nvPr/>
        </p:nvSpPr>
        <p:spPr>
          <a:xfrm>
            <a:off x="5184000" y="5076000"/>
            <a:ext cx="1656000" cy="1008000"/>
          </a:xfrm>
          <a:prstGeom prst="rect">
            <a:avLst/>
          </a:prstGeom>
          <a:solidFill>
            <a:srgbClr val="336699">
              <a:shade val="50000"/>
              <a:tint val="50000"/>
            </a:srgbClr>
          </a:solidFill>
          <a:ln>
            <a:noFill/>
          </a:ln>
        </p:spPr>
      </p:sp>
      <p:sp>
        <p:nvSpPr>
          <p:cNvPr id="20" name="system-tint"/>
          <p:cNvSpPr/>
          <p:nvPr/>
        </p:nvSpPr>
        <p:spPr>
          <a:xfrm>
            <a:off x="7416000" y="5076000"/>
            <a:ext cx="1656000" cy="1008000"/>
          </a:xfrm>
          <a:prstGeom prst="rect">
            <a:avLst/>
          </a:prstGeom>
          <a:solidFill>
            <a:sysClr val="windowText" lastClr="336699">
              <a:tint val="50000"/>
            </a:sysClr>
          </a:solidFill>
          <a:ln>
            <a:noFill/>
          </a:ln>
        </p:spPr>
      </p:sp>
      <p:sp>
        <p:nvSpPr>
          <p:cNvPr id="21" name="alpha-chain"/>
          <p:cNvSpPr/>
          <p:nvPr/>
        </p:nvSpPr>
        <p:spPr>
          <a:xfrm>
            <a:off x="9648000" y="5076000"/>
            <a:ext cx="1656000" cy="1008000"/>
          </a:xfrm>
          <a:prstGeom prst="rect">
            <a:avLst/>
          </a:prstGeom>
          <a:solidFill>
            <a:srgbClr val="336699">
              <a:alpha val="80000"/>
              <a:alphaMod val="50000"/>
              <a:alphaOff val="10000"/>
            </a:srgbClr>
          </a:solidFill>
          <a:ln>
            <a:noFill/>
          </a:ln>
        </p:spPr>
      </p:sp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