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canvasTheme1.xml" ContentType="application/vnd.openxmlformats-officedocument.theme+xml"/>
  <Override PartName="/ppt/slideLayouts/canvasLayout1.xml" ContentType="application/vnd.openxmlformats-officedocument.presentationml.slideLayout+xml"/>
  <Override PartName="/ppt/slideLayouts/canvasLayout2.xml" ContentType="application/vnd.openxmlformats-officedocument.presentationml.slideLayout+xml"/>
  <Override PartName="/ppt/slideLayouts/canvasLayout3.xml" ContentType="application/vnd.openxmlformats-officedocument.presentationml.slideLayout+xml"/>
  <Override PartName="/ppt/slideLayouts/canvasLayout4.xml" ContentType="application/vnd.openxmlformats-officedocument.presentationml.slideLayout+xml"/>
  <Override PartName="/ppt/slideLayouts/canvasLayout5.xml" ContentType="application/vnd.openxmlformats-officedocument.presentationml.slideLayout+xml"/>
  <Override PartName="/ppt/slideLayouts/canvasLayout6.xml" ContentType="application/vnd.openxmlformats-officedocument.presentationml.slideLayout+xml"/>
  <Override PartName="/ppt/slideMasters/canvasMaster1.xml" ContentType="application/vnd.openxmlformats-officedocument.presentationml.slideMaster+xml"/>
  <Override PartName="/ppt/slides/canvas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Canvas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MasterIdLst>
    <p:sldMasterId id="2147483648" r:id="rIdCanvas1"/>
  </p:sldMasterIdLst>
  <p:sldIdLst>
    <p:sldId id="256" r:id="rIdCanvas2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Canvas1" Type="http://schemas.openxmlformats.org/officeDocument/2006/relationships/slideMaster" Target="slideMasters/canvasMaster1.xml"/><Relationship Id="rIdCanvas2" Type="http://schemas.openxmlformats.org/officeDocument/2006/relationships/slide" Target="slides/canvasSlide1.xml"/></Relationships>
</file>

<file path=ppt/slideLayouts/_rels/canvasLayout1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2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3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4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5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6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canvas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2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obj" preserve="1">
  <p:cSld name="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3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woObj" preserve="1">
  <p:cSld name="two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4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5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6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secHead" preserve="1">
  <p:cSld name="sec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anvasMaster1.xml.rels><Relationships xmlns="http://schemas.openxmlformats.org/package/2006/relationships"><Relationship Id="rIdCanvas1" Type="http://schemas.openxmlformats.org/officeDocument/2006/relationships/slideLayout" Target="../slideLayouts/canvasLayout1.xml"/><Relationship Id="rIdCanvas2" Type="http://schemas.openxmlformats.org/officeDocument/2006/relationships/slideLayout" Target="../slideLayouts/canvasLayout2.xml"/><Relationship Id="rIdCanvas3" Type="http://schemas.openxmlformats.org/officeDocument/2006/relationships/slideLayout" Target="../slideLayouts/canvasLayout3.xml"/><Relationship Id="rIdCanvas4" Type="http://schemas.openxmlformats.org/officeDocument/2006/relationships/slideLayout" Target="../slideLayouts/canvasLayout4.xml"/><Relationship Id="rIdCanvas5" Type="http://schemas.openxmlformats.org/officeDocument/2006/relationships/slideLayout" Target="../slideLayouts/canvasLayout5.xml"/><Relationship Id="rIdCanvas6" Type="http://schemas.openxmlformats.org/officeDocument/2006/relationships/slideLayout" Target="../slideLayouts/canvasLayout6.xml"/><Relationship Id="rIdCanvas7" Type="http://schemas.openxmlformats.org/officeDocument/2006/relationships/theme" Target="../theme/canvasTheme1.xml"/></Relationships>
</file>

<file path=ppt/slideMasters/canvas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Canvas1"/>
    <p:sldLayoutId id="2147483650" r:id="rIdCanvas2"/>
    <p:sldLayoutId id="2147483651" r:id="rIdCanvas3"/>
    <p:sldLayoutId id="2147483652" r:id="rIdCanvas4"/>
    <p:sldLayoutId id="2147483653" r:id="rIdCanvas5"/>
    <p:sldLayoutId id="2147483654" r:id="rIdCanvas6"/>
  </p:sldLayoutIdLst>
  <p:txStyles>
    <p:titleStyle/>
    <p:bodyStyle/>
    <p:otherStyle/>
  </p:txStyles>
</p:sldMaster>
</file>

<file path=ppt/slides/_rels/canvasSlide1.xml.rels><Relationships xmlns="http://schemas.openxmlformats.org/package/2006/relationships"><Relationship Id="rIdCanvas1" Type="http://schemas.openxmlformats.org/officeDocument/2006/relationships/slideLayout" Target="../slideLayouts/canvasLayout5.xml"/></Relationships>
</file>

<file path=ppt/slides/canvas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幻灯片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"/>
          <p:cNvGraphicFramePr/>
          <p:nvPr/>
        </p:nvGraphicFramePr>
        <p:xfrm>
          <a:off x="720000" y="900000"/>
          <a:ext cx="7200000" cy="864000"/>
        </p:xfrm>
        <a:graphic>
          <a:graphicData uri="http://schemas.openxmlformats.org/drawingml/2006/table">
            <a:tbl>
              <a:tblPr firstRow="0" bandRow="0"/>
              <a:tblGrid>
                <a:gridCol w="2222222"/>
                <a:gridCol w="3600000"/>
              </a:tblGrid>
              <a:tr h="888888">
                <a:tc>
                  <a:txBody>
                    <a:bodyPr xmlns:a="http://schemas.openxmlformats.org/drawingml/2006/main" anchor="ctr"/>
                    <a:lstStyle xmlns:a="http://schemas.openxmlformats.org/drawingml/2006/main"/>
                    <a:p xmlns:a="http://schemas.openxmlformats.org/drawingml/2006/main">
                      <a:pPr marL="72000">
                        <a:lnSpc>
                          <a:spcPts val="2200"/>
                        </a:lnSpc>
                        <a:defRPr sz="1800"/>
                      </a:pPr>
                      <a:r>
                        <a:rPr sz="2400" b="1">
                          <a:solidFill>
                            <a:srgbClr val="C03333"/>
                          </a:solidFill>
                        </a:rPr>
                        <a:t xml:space="preserve">Red </a:t>
                      </a:r>
                      <a:r>
                        <a:rPr sz="1600" i="1" baseline="30000">
                          <a:solidFill>
                            <a:srgbClr val="3333CC"/>
                          </a:solidFill>
                        </a:rPr>
                        <a:t>Blue</a:t>
                      </a:r>
                      <a:br>
                        <a:rPr sz="1200"/>
                      </a:br>
                      <a:r>
                        <a:rPr sz="2000" u="sng">
                          <a:solidFill>
                            <a:srgbClr val="228844"/>
                          </a:solidFill>
                        </a:rPr>
                        <a:t>Green</a:t>
                      </a:r>
                      <a:endParaRPr sz="1700"/>
                    </a:p>
                    <a:p xmlns:a="http://schemas.openxmlformats.org/drawingml/2006/main">
                      <a:pPr algn="r">
                        <a:spcBef>
                          <a:spcPts val="800"/>
                        </a:spcBef>
                      </a:pPr>
                      <a:r>
                        <a:rPr sz="1400"/>
                        <a:t>Tail</a:t>
                      </a:r>
                      <a:endParaRPr sz="1900"/>
                    </a:p>
                  </a:txBody>
                  <a:tcPr marL="33333" marR="91440" marT="45720" marB="45720">
                    <a:solidFill>
                      <a:srgbClr val="DCE8FF"/>
                    </a:solidFill>
                  </a:tcPr>
                </a:tc>
                <a:tc>
                  <a:txBody>
                    <a:bodyPr wrap="square" anchor="t" lIns="46800" rIns="46800" tIns="46800" bIns="46800" rot="0"/>
                    <a:lstStyle/>
                    <a:p>
                      <a:pPr algn="l">
                        <a:defRPr lang="zh-CN" sz="2400" b="0" i="0" u="none">
                          <a:solidFill>
                            <a:srgbClr val="24334A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zh-CN" sz="2400" b="0" i="0" u="none">
                          <a:solidFill>
                            <a:srgbClr val="24334A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Keep A</a:t>
                      </a:r>
                      <a:endParaRPr lang="zh-CN" sz="2400" b="0" i="0" u="none">
                        <a:solidFill>
                          <a:srgbClr val="2433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solidFill>
                      <a:srgbClr val="DCE8FF"/>
                    </a:solidFill>
                  </a:tcPr>
                </a:tc>
              </a:tr>
              <a:tr h="432000">
                <a:tc>
                  <a:txBody>
                    <a:bodyPr wrap="square" anchor="t" lIns="46800" rIns="46800" tIns="46800" bIns="46800" rot="0"/>
                    <a:lstStyle/>
                    <a:p>
                      <a:pPr algn="l">
                        <a:defRPr lang="zh-CN" sz="2400" b="0" i="0" u="none">
                          <a:solidFill>
                            <a:srgbClr val="24334A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zh-CN" sz="2400" b="0" i="0" u="none">
                          <a:solidFill>
                            <a:srgbClr val="24334A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Keep B</a:t>
                      </a:r>
                      <a:endParaRPr lang="zh-CN" sz="2400" b="0" i="0" u="none">
                        <a:solidFill>
                          <a:srgbClr val="2433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solidFill>
                      <a:srgbClr val="DCE8FF"/>
                    </a:solidFill>
                  </a:tcPr>
                </a:tc>
                <a:tc>
                  <a:txBody>
                    <a:bodyPr wrap="square" anchor="t" lIns="46800" rIns="46800" tIns="46800" bIns="46800" rot="0"/>
                    <a:lstStyle/>
                    <a:p>
                      <a:pPr algn="l">
                        <a:defRPr lang="zh-CN" sz="2400" b="0" i="0" u="none">
                          <a:solidFill>
                            <a:srgbClr val="24334A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zh-CN" sz="2400" b="0" i="0" u="none">
                          <a:solidFill>
                            <a:srgbClr val="24334A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Keep C</a:t>
                      </a:r>
                      <a:endParaRPr lang="zh-CN" sz="2400" b="0" i="0" u="none">
                        <a:solidFill>
                          <a:srgbClr val="2433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solidFill>
                      <a:srgbClr val="DCE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1"/>
</p:sld>
</file>

<file path=ppt/theme/canvasTheme1.xml><?xml version="1.0" encoding="utf-8"?>
<a:theme xmlns:a="http://schemas.openxmlformats.org/drawingml/2006/main" name="Open Office">
  <a:themeElements>
    <a:clrScheme name="Open Office">
      <a:dk1>
        <a:srgbClr val="000000"/>
      </a:dk1>
      <a:lt1>
        <a:srgbClr val="FFFFFF"/>
      </a:lt1>
      <a:dk2>
        <a:srgbClr val="243247"/>
      </a:dk2>
      <a:lt2>
        <a:srgbClr val="F5F7FA"/>
      </a:lt2>
      <a:accent1>
        <a:srgbClr val="3875CB"/>
      </a:accent1>
      <a:accent2>
        <a:srgbClr val="EA9361"/>
      </a:accent2>
      <a:accent3>
        <a:srgbClr val="6AA58B"/>
      </a:accent3>
      <a:accent4>
        <a:srgbClr val="9475B8"/>
      </a:accent4>
      <a:accent5>
        <a:srgbClr val="54A7B6"/>
      </a:accent5>
      <a:accent6>
        <a:srgbClr val="D2B35D"/>
      </a:accent6>
      <a:hlink>
        <a:srgbClr val="0563C1"/>
      </a:hlink>
      <a:folHlink>
        <a:srgbClr val="954F72"/>
      </a:folHlink>
    </a:clrScheme>
    <a:fontScheme name="Open Office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Open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