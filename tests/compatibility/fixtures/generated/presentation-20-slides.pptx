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8</c:v>
                </c:pt>
                <c:pt idx="2">
                  <c:v>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12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16</c:v>
                </c:pt>
                <c:pt idx="2">
                  <c:v>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20</c:v>
                </c:pt>
                <c:pt idx="2">
                  <c:v>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LONG-SPEAKER-NOTE-01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LONG-SPEAKER-NOTE-02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LONG-SPEAKER-NOTE-03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LONG-SPEAKER-NOTE-04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LONG-SPEAKER-NOTE-05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LONG-SPEAKER-NOTE-06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LONG-SPEAKER-NOTE-07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LONG-SPEAKER-NOTE-08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LONG-SPEAKER-NOTE-09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LONG-SPEAKER-NOTE-10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LONG-SPEAKER-NOTE-11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LONG-SPEAKER-NOTE-12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LONG-SPEAKER-NOTE-13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LONG-SPEAKER-NOTE-14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LONG-SPEAKER-NOTE-15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LONG-SPEAKER-NOTE-16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LONG-SPEAKER-NOTE-17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LONG-SPEAKER-NOTE-18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LONG-SPEAKER-NOTE-19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LONG-SPEAKER-NOTE-20 / 本页讲解要点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DECK-PAGE-01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670560">
                <a:tc>
                  <a:txBody>
                    <a:bodyPr/>
                    <a:lstStyle/>
                    <a:p>
                      <a:r>
                        <a:t>P1-R1-C1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P1-R1-C2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P1-R1-C3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P1-R2-C1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P1-R2-C2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P1-R2-C3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P1-R3-C1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P1-R3-C2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P1-R3-C3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DECK-PAGE-02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219456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DECK-PAGE-03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pic>
        <p:nvPicPr>
          <p:cNvPr id="4" name="Picture 3" descr="original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DECK-PAGE-04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pic>
        <p:nvPicPr>
          <p:cNvPr id="4" name="Picture 3" descr="original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DECK-PAGE-05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670560">
                <a:tc>
                  <a:txBody>
                    <a:bodyPr/>
                    <a:lstStyle/>
                    <a:p>
                      <a:r>
                        <a:t>P5-R1-C1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P5-R1-C2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P5-R1-C3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P5-R2-C1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P5-R2-C2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P5-R2-C3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P5-R3-C1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P5-R3-C2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P5-R3-C3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DECK-PAGE-06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219456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DECK-PAGE-07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pic>
        <p:nvPicPr>
          <p:cNvPr id="4" name="Picture 3" descr="original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DECK-PAGE-08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pic>
        <p:nvPicPr>
          <p:cNvPr id="4" name="Picture 3" descr="original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DECK-PAGE-09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670560">
                <a:tc>
                  <a:txBody>
                    <a:bodyPr/>
                    <a:lstStyle/>
                    <a:p>
                      <a:r>
                        <a:t>P9-R1-C1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P9-R1-C2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P9-R1-C3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P9-R2-C1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P9-R2-C2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P9-R2-C3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P9-R3-C1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P9-R3-C2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P9-R3-C3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DECK-PAGE-10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219456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DECK-PAGE-11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pic>
        <p:nvPicPr>
          <p:cNvPr id="4" name="Picture 3" descr="original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DECK-PAGE-12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pic>
        <p:nvPicPr>
          <p:cNvPr id="4" name="Picture 3" descr="original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DECK-PAGE-13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670560">
                <a:tc>
                  <a:txBody>
                    <a:bodyPr/>
                    <a:lstStyle/>
                    <a:p>
                      <a:r>
                        <a:t>P13-R1-C1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P13-R1-C2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P13-R1-C3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P13-R2-C1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P13-R2-C2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P13-R2-C3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P13-R3-C1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P13-R3-C2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P13-R3-C3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DECK-PAGE-14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219456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DECK-PAGE-15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pic>
        <p:nvPicPr>
          <p:cNvPr id="4" name="Picture 3" descr="original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DECK-PAGE-16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pic>
        <p:nvPicPr>
          <p:cNvPr id="4" name="Picture 3" descr="original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DECK-PAGE-17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670560">
                <a:tc>
                  <a:txBody>
                    <a:bodyPr/>
                    <a:lstStyle/>
                    <a:p>
                      <a:r>
                        <a:t>P17-R1-C1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P17-R1-C2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P17-R1-C3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P17-R2-C1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P17-R2-C2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P17-R2-C3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P17-R3-C1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P17-R3-C2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P17-R3-C3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DECK-PAGE-18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219456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DECK-PAGE-19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pic>
        <p:nvPicPr>
          <p:cNvPr id="4" name="Picture 3" descr="original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DECK-PAGE-20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江南计划 / Editable original briefing</a:t>
            </a:r>
          </a:p>
        </p:txBody>
      </p:sp>
      <p:pic>
        <p:nvPicPr>
          <p:cNvPr id="4" name="Picture 3" descr="original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COMPAT-TWENTY-SLIDES</dc:title>
  <dc:subject>Synthetic original fixture, not Office-generated</dc:subject>
  <dc:creator>Open Office compatibility corpus generator</dc:creator>
  <cp:keywords/>
  <dc:description>generated using python-pptx</dc:description>
  <cp:lastModifiedBy>Steve Canny</cp:lastModifiedBy>
  <cp:revision>1</cp:revision>
  <dcterms:created xsi:type="dcterms:W3CDTF">2025-01-15T12:00:00Z</dcterms:created>
  <dcterms:modified xsi:type="dcterms:W3CDTF">2025-01-15T12:00:00Z</dcterms:modified>
  <cp:category/>
</cp:coreProperties>
</file>