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wav" ContentType="audio/wav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has an explicit fade entrance and a transition sound; playback is a separate compatibility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CompatAudio" Type="http://schemas.openxmlformats.org/officeDocument/2006/relationships/audio" Target="../media/compat-tone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COMPAT-EFFECTS-MEDIA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ANIMATED-EDITABLE-SHAPE</a:t>
            </a:r>
          </a:p>
        </p:txBody>
      </p:sp>
    </p:spTree>
  </p:cSld>
  <p:clrMapOvr>
    <a:masterClrMapping/>
  </p:clrMapOvr>
  <p:transition spd="slow" advClick="1" advTm="1500">
    <p:fade/>
    <p:sndAc>
      <p:stSnd>
        <p:snd r:embed="rIdCompatAudio" name="compat-ton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10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SECOND-TIMED-SLIDE</a:t>
            </a:r>
          </a:p>
        </p:txBody>
      </p:sp>
      <p:pic>
        <p:nvPicPr>
          <p:cNvPr id="3" name="Picture 2" descr="origina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COMPAT-EFFECTS-MEDIA</dc:title>
  <dc:subject>Synthetic original fixture, not Office-generated</dc:subject>
  <dc:creator>Open Office compatibility corpus generator</dc:creator>
  <cp:keywords/>
  <dc:description>generated using python-pptx</dc:description>
  <cp:lastModifiedBy>Steve Canny</cp:lastModifiedBy>
  <cp:revision>1</cp:revision>
  <dcterms:created xsi:type="dcterms:W3CDTF">2025-01-15T12:00:00Z</dcterms:created>
  <dcterms:modified xsi:type="dcterms:W3CDTF">2025-01-15T12:00:00Z</dcterms:modified>
  <cp:category/>
</cp:coreProperties>
</file>