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2024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江南</c:v>
                </c:pt>
                <c:pt idx="1">
                  <c:v>North</c:v>
                </c:pt>
                <c:pt idx="2">
                  <c:v>West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24</c:v>
                </c:pt>
                <c:pt idx="1">
                  <c:v>18</c:v>
                </c:pt>
                <c:pt idx="2">
                  <c:v>15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2025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江南</c:v>
                </c:pt>
                <c:pt idx="1">
                  <c:v>North</c:v>
                </c:pt>
                <c:pt idx="2">
                  <c:v>West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30</c:v>
                </c:pt>
                <c:pt idx="1">
                  <c:v>22</c:v>
                </c:pt>
                <c:pt idx="2">
                  <c:v>21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SPEAKER-NOTE-ONE / 保留这条备注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SPEAKER-NOTE-TWO / Table and chart remain objects.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SPEAKER-NOTE-THREE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example.invalid/presentation" TargetMode="External"/><Relationship Id="rId4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COMPAT-PRESENTATION-RICH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江南项目 / An editable original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Editable data / 可编辑数据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45720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/>
                <a:gridCol w="1524000"/>
                <a:gridCol w="1524000"/>
              </a:tblGrid>
              <a:tr h="548640">
                <a:tc>
                  <a:txBody>
                    <a:bodyPr/>
                    <a:lstStyle/>
                    <a:p>
                      <a:r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2025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江南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North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22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West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21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0" y="1280160"/>
          <a:ext cx="5943600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/>
              <a:t>PROCESS-THREE-STEPS</a:t>
            </a:r>
          </a:p>
        </p:txBody>
      </p:sp>
      <p:pic>
        <p:nvPicPr>
          <p:cNvPr id="3" name="Picture 2" descr="original-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828800"/>
            <a:ext cx="7315200" cy="2743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0" y="1828800"/>
            <a:ext cx="2743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>
                <a:hlinkClick r:id="rId3"/>
              </a:rPr>
              <a:t>Offline-safe hyperlink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0" y="3657600"/>
            <a:ext cx="27432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Editable shape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COMPAT-PRESENTATION-RICH</dc:title>
  <dc:subject>Synthetic original fixture, not Office-generated</dc:subject>
  <dc:creator>Open Office compatibility corpus generator</dc:creator>
  <cp:keywords/>
  <dc:description>generated using python-pptx</dc:description>
  <cp:lastModifiedBy>Steve Canny</cp:lastModifiedBy>
  <cp:revision>1</cp:revision>
  <dcterms:created xsi:type="dcterms:W3CDTF">2025-01-15T12:00:00Z</dcterms:created>
  <dcterms:modified xsi:type="dcterms:W3CDTF">2025-01-15T12:00:00Z</dcterms:modified>
  <cp:category/>
</cp:coreProperties>
</file>