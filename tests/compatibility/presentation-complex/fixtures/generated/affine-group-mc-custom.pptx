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affine-group-mc-custom / ORIGINAL-NOTE-1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SAFE_EDIT"/>
          <p:cNvSpPr txBox="1"/>
          <p:nvPr/>
        </p:nvSpPr>
        <p:spPr>
          <a:xfrm>
            <a:off x="32004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affine-group-mc-custom / SAFE_EDIT / page 1</a:t>
            </a:r>
          </a:p>
        </p:txBody>
      </p:sp>
      <p:grpSp>
        <p:nvGrpSpPr>
          <p:cNvPr id="3" name="AFFINE_GROUP"/>
          <p:cNvGrpSpPr/>
          <p:nvPr/>
        </p:nvGrpSpPr>
        <p:grpSpPr>
          <a:xfrm rot="720000">
            <a:off x="914400" y="914400"/>
            <a:ext cx="6912864" cy="1307592"/>
            <a:chOff x="914400" y="914400"/>
            <a:chExt cx="4937760" cy="2011680"/>
          </a:xfrm>
        </p:grpSpPr>
        <p:sp>
          <p:nvSpPr>
            <p:cNvPr id="4" name="AFFINE_CHILD"/>
            <p:cNvSpPr/>
            <p:nvPr/>
          </p:nvSpPr>
          <p:spPr>
            <a:xfrm rot="1680000">
              <a:off x="914400" y="914400"/>
              <a:ext cx="2011680" cy="1371600"/>
            </a:xfrm>
            <a:prstGeom prst="rect">
              <a:avLst/>
            </a:prstGeom>
            <a:solidFill>
              <a:srgbClr val="DCE8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Rotated child / 非均匀缩放</a:t>
              </a:r>
            </a:p>
          </p:txBody>
        </p:sp>
        <p:sp>
          <p:nvSpPr>
            <p:cNvPr id="5" name="AFFINE_SECOND"/>
            <p:cNvSpPr/>
            <p:nvPr/>
          </p:nvSpPr>
          <p:spPr>
            <a:xfrm>
              <a:off x="3657600" y="1828800"/>
              <a:ext cx="2194560" cy="1097280"/>
            </a:xfrm>
            <a:prstGeom prst="rect">
              <a:avLst/>
            </a:prstGeom>
            <a:solidFill>
              <a:srgbClr val="FCE5D5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Preserve local xfrm</a:t>
              </a:r>
            </a:p>
          </p:txBody>
        </p:sp>
      </p:grpSp>
      <p:sp>
        <p:nvSpPr>
          <p:cNvPr id="6" name="FREE_A"/>
          <p:cNvSpPr/>
          <p:nvPr/>
        </p:nvSpPr>
        <p:spPr>
          <a:xfrm>
            <a:off x="640080" y="5166360"/>
            <a:ext cx="1554480" cy="640080"/>
          </a:xfrm>
          <a:prstGeom prst="rect">
            <a:avLst/>
          </a:prstGeom>
          <a:solidFill>
            <a:srgbClr val="DCE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_B"/>
          <p:cNvSpPr/>
          <p:nvPr/>
        </p:nvSpPr>
        <p:spPr>
          <a:xfrm>
            <a:off x="4297680" y="5166360"/>
            <a:ext cx="1554480" cy="640080"/>
          </a:xfrm>
          <a:prstGeom prst="rect">
            <a:avLst/>
          </a:prstGeom>
          <a:solidFill>
            <a:srgbClr val="DCE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FREE_CONNECTOR"/>
          <p:cNvCxnSpPr>
            <a:stCxn id="6" idx="2"/>
            <a:endCxn id="7" idx="0"/>
          </p:cNvCxnSpPr>
          <p:nvPr/>
        </p:nvCxnSpPr>
        <p:spPr>
          <a:xfrm flipV="1">
            <a:off x="1417320" y="5166360"/>
            <a:ext cx="3657600" cy="640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STOM_BEZIER_ROOT"/>
          <p:cNvSpPr/>
          <p:nvPr/>
        </p:nvSpPr>
        <p:spPr>
          <a:xfrm>
            <a:off x="8138160" y="3566160"/>
            <a:ext cx="3017520" cy="1371600"/>
          </a:xfrm>
          <a:custGeom>
            <a:avLst/>
            <a:gdLst/>
            <a:ahLst/>
            <a:cxnLst/>
            <a:rect l="0" t="0" r="w" b="h"/>
            <a:pathLst>
              <a:path w="21600" h="21600">
                <a:moveTo>
                  <a:pt x="0" y="21600"/>
                </a:moveTo>
                <a:cubicBezTo>
                  <a:pt x="0" y="0"/>
                  <a:pt x="21600" y="0"/>
                  <a:pt x="21600" y="21600"/>
                </a:cubicBezTo>
                <a:close/>
              </a:path>
            </a:pathLst>
          </a:custGeom>
          <a:solidFill>
            <a:srgbClr val="DCE8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Custom Bézier path</a:t>
            </a:r>
          </a:p>
        </p:txBody>
      </p:sp>
      <mc:AlternateContent>
        <mc:Choice Requires="p14">
          <p:sp>
            <p:nvSpPr>
              <p:cNvPr id="9000" name="MC_CHOICE"/>
              <p:cNvSpPr/>
              <p:nvPr/>
            </p:nvSpPr>
            <p:spPr>
              <a:xfrm>
                <a:off x="8138160" y="700000"/>
                <a:ext cx="3017520" cy="1371600"/>
              </a:xfrm>
              <a:custGeom>
                <a:avLst/>
                <a:gdLst/>
                <a:ahLst/>
                <a:cxnLst/>
                <a:rect l="0" t="0" r="w" b="h"/>
                <a:pathLst>
                  <a:path w="21600" h="21600">
                    <a:moveTo>
                      <a:pt x="0" y="21600"/>
                    </a:moveTo>
                    <a:cubicBezTo>
                      <a:pt x="0" y="0"/>
                      <a:pt x="21600" y="0"/>
                      <a:pt x="21600" y="21600"/>
                    </a:cubicBezTo>
                    <a:close/>
                  </a:path>
                </a:pathLst>
              </a:custGeom>
              <a:solidFill>
                <a:srgbClr val="DCE8FF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MC_CHOICE namespace inheritance</a:t>
                </a:r>
              </a:p>
            </p:txBody>
          </p:sp>
        </mc:Choice>
        <mc:Fallback>
          <p:sp>
            <p:nvSpPr>
              <p:cNvPr id="9000" name="MC_FALLBACK"/>
              <p:cNvSpPr/>
              <p:nvPr/>
            </p:nvSpPr>
            <p:spPr>
              <a:xfrm>
                <a:off x="8138160" y="700000"/>
                <a:ext cx="3017520" cy="1371600"/>
              </a:xfrm>
              <a:custGeom>
                <a:avLst/>
                <a:gdLst/>
                <a:ahLst/>
                <a:cxnLst/>
                <a:rect l="0" t="0" r="w" b="h"/>
                <a:pathLst>
                  <a:path w="21600" h="21600">
                    <a:moveTo>
                      <a:pt x="0" y="21600"/>
                    </a:moveTo>
                    <a:cubicBezTo>
                      <a:pt x="0" y="0"/>
                      <a:pt x="21600" y="0"/>
                      <a:pt x="21600" y="21600"/>
                    </a:cubicBezTo>
                    <a:close/>
                  </a:path>
                </a:pathLst>
              </a:custGeom>
              <a:solidFill>
                <a:srgbClr val="DCE8FF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t>MC_FALLBACK namespace inheritance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affine-group-mc-custom</dc:title>
  <dc:subject>Synthetic OOXML; not Microsoft Office authored</dc:subject>
  <dc:creator>Open Office original compatibility fixtures</dc:creator>
  <cp:keywords/>
  <dc:description>generated using python-pptx</dc:description>
  <cp:lastModifiedBy>Steve Canny</cp:lastModifiedBy>
  <cp:revision>1</cp:revision>
  <dcterms:created xsi:type="dcterms:W3CDTF">2025-02-12T12:00:00Z</dcterms:created>
  <dcterms:modified xsi:type="dcterms:W3CDTF">2025-02-12T12:00:00Z</dcterms:modified>
  <cp:category/>
</cp:coreProperties>
</file>