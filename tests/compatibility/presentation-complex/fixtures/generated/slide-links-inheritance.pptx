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custShowLst>
    <p:custShow name="Repeated references" id="0">
      <p:sldLst>
        <p:sld r:id="rId7"/>
        <p:sld r:id="rId10"/>
        <p:sld r:id="rId7"/>
        <p:sld r:id="rId9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slide-links-inheritance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slide-links-inheritance / ORIGINAL-NOTE-2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slide-links-inheritance / ORIGINAL-NOTE-3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50" name="MASTER_LOGO"/>
          <p:cNvSpPr txBox="1"/>
          <p:nvPr/>
        </p:nvSpPr>
        <p:spPr>
          <a:xfrm>
            <a:off x="8500000" y="5700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INHERITED LOGO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3.xml"/><Relationship Id="rId4" Type="http://schemas.openxmlformats.org/officeDocument/2006/relationships/hyperlink" Target="https://example.invalid/complex-fixtur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1.xml"/><Relationship Id="rId4" Type="http://schemas.openxmlformats.org/officeDocument/2006/relationships/hyperlink" Target="https://example.invalid/complex-fixtur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1.xml"/><Relationship Id="rId4" Type="http://schemas.openxmlformats.org/officeDocument/2006/relationships/hyperlink" Target="https://example.invalid/complex-fixtur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slide-links-inheritance / SAFE_EDIT / page 1</a:t>
            </a:r>
          </a:p>
        </p:txBody>
      </p:sp>
      <p:sp>
        <p:nvSpPr>
          <p:cNvPr id="3" name="PAGE_MARKER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REFERENCED-PAGE-1</a:t>
            </a:r>
          </a:p>
        </p:txBody>
      </p:sp>
      <p:sp>
        <p:nvSpPr>
          <p:cNvPr id="4" name="LINK_TO_LAST">
            <a:hlinkClick action="ppaction://hlinksldjump" r:id="rId3"/>
          </p:cNvPr>
          <p:cNvSpPr txBox="1"/>
          <p:nvPr/>
        </p:nvSpPr>
        <p:spPr>
          <a:xfrm>
            <a:off x="914400" y="20116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/>
              <a:t>Internal slide jump</a:t>
            </a:r>
          </a:p>
        </p:txBody>
      </p:sp>
      <p:sp>
        <p:nvSpPr>
          <p:cNvPr id="5" name="EXTERNAL_LINK"/>
          <p:cNvSpPr txBox="1"/>
          <p:nvPr/>
        </p:nvSpPr>
        <p:spPr>
          <a:xfrm>
            <a:off x="914400" y="3017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hlinkClick r:id="rId4"/>
              </a:rPr>
              <a:t>example.invalid / never 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slide-links-inheritance / SAFE_EDIT / page 2</a:t>
            </a:r>
          </a:p>
        </p:txBody>
      </p:sp>
      <p:sp>
        <p:nvSpPr>
          <p:cNvPr id="3" name="PAGE_MARKER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REFERENCED-PAGE-2</a:t>
            </a:r>
          </a:p>
        </p:txBody>
      </p:sp>
      <p:sp>
        <p:nvSpPr>
          <p:cNvPr id="4" name="LINK_TO_FIRST">
            <a:hlinkClick action="ppaction://hlinksldjump" r:id="rId3"/>
          </p:cNvPr>
          <p:cNvSpPr txBox="1"/>
          <p:nvPr/>
        </p:nvSpPr>
        <p:spPr>
          <a:xfrm>
            <a:off x="914400" y="20116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/>
              <a:t>Internal slide jump</a:t>
            </a:r>
          </a:p>
        </p:txBody>
      </p:sp>
      <p:sp>
        <p:nvSpPr>
          <p:cNvPr id="5" name="EXTERNAL_LINK"/>
          <p:cNvSpPr txBox="1"/>
          <p:nvPr/>
        </p:nvSpPr>
        <p:spPr>
          <a:xfrm>
            <a:off x="914400" y="3017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hlinkClick r:id="rId4"/>
              </a:rPr>
              <a:t>example.invalid / never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slide-links-inheritance / SAFE_EDIT / page 3</a:t>
            </a:r>
          </a:p>
        </p:txBody>
      </p:sp>
      <p:sp>
        <p:nvSpPr>
          <p:cNvPr id="3" name="PAGE_MARKER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REFERENCED-PAGE-3</a:t>
            </a:r>
          </a:p>
        </p:txBody>
      </p:sp>
      <p:sp>
        <p:nvSpPr>
          <p:cNvPr id="4" name="LINK_TO_FIRST">
            <a:hlinkClick action="ppaction://hlinksldjump" r:id="rId3"/>
          </p:cNvPr>
          <p:cNvSpPr txBox="1"/>
          <p:nvPr/>
        </p:nvSpPr>
        <p:spPr>
          <a:xfrm>
            <a:off x="914400" y="20116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/>
              <a:t>Internal slide jump</a:t>
            </a:r>
          </a:p>
        </p:txBody>
      </p:sp>
      <p:sp>
        <p:nvSpPr>
          <p:cNvPr id="5" name="EXTERNAL_LINK"/>
          <p:cNvSpPr txBox="1"/>
          <p:nvPr/>
        </p:nvSpPr>
        <p:spPr>
          <a:xfrm>
            <a:off x="914400" y="3017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hlinkClick r:id="rId4"/>
              </a:rPr>
              <a:t>example.invalid / never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slide-links-inheritance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