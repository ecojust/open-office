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nested-groups-images / ORIGINAL-NOTE-1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AFE_EDIT"/>
          <p:cNvSpPr txBox="1"/>
          <p:nvPr/>
        </p:nvSpPr>
        <p:spPr>
          <a:xfrm>
            <a:off x="3200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nested-groups-images / SAFE_EDIT / page 1</a:t>
            </a:r>
          </a:p>
        </p:txBody>
      </p:sp>
      <p:grpSp>
        <p:nvGrpSpPr>
          <p:cNvPr id="3" name="OUTER_GROUP"/>
          <p:cNvGrpSpPr/>
          <p:nvPr/>
        </p:nvGrpSpPr>
        <p:grpSpPr>
          <a:xfrm rot="21120000">
            <a:off x="914400" y="914400"/>
            <a:ext cx="6400800" cy="3474720"/>
            <a:chOff x="914400" y="914400"/>
            <a:chExt cx="6400800" cy="3474720"/>
          </a:xfrm>
        </p:grpSpPr>
        <p:grpSp>
          <p:nvGrpSpPr>
            <p:cNvPr id="4" name="INNER_GROUP"/>
            <p:cNvGrpSpPr/>
            <p:nvPr/>
          </p:nvGrpSpPr>
          <p:grpSpPr>
            <a:xfrm rot="1080000">
              <a:off x="914400" y="914400"/>
              <a:ext cx="3840480" cy="3474720"/>
              <a:chOff x="914400" y="914400"/>
              <a:chExt cx="3840480" cy="3474720"/>
            </a:xfrm>
          </p:grpSpPr>
          <p:sp>
            <p:nvSpPr>
              <p:cNvPr id="5" name="GROUP_RECT"/>
              <p:cNvSpPr/>
              <p:nvPr/>
            </p:nvSpPr>
            <p:spPr>
              <a:xfrm>
                <a:off x="914400" y="914400"/>
                <a:ext cx="2743200" cy="1371600"/>
              </a:xfrm>
              <a:prstGeom prst="roundRect">
                <a:avLst/>
              </a:prstGeom>
              <a:solidFill>
                <a:srgbClr val="DCE8FF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Nested rotation / preserve children</a:t>
                </a:r>
              </a:p>
            </p:txBody>
          </p:sp>
          <p:pic>
            <p:nvPicPr>
              <p:cNvPr id="6" name="CROPPED_FLIPPED_IMAGE" descr="image.png"/>
              <p:cNvPicPr>
                <a:picLocks noChangeAspect="1"/>
              </p:cNvPicPr>
              <p:nvPr/>
            </p:nvPicPr>
            <p:blipFill>
              <a:blip r:embed="rId3">
                <a:alphaModFix amt="68000"/>
              </a:blip>
              <a:srcRect l="15000" r="10000" t="8000" b="12000"/>
              <a:stretch>
                <a:fillRect/>
              </a:stretch>
            </p:blipFill>
            <p:spPr>
              <a:xfrm flipH="1">
                <a:off x="1097280" y="2560320"/>
                <a:ext cx="3657600" cy="1828800"/>
              </a:xfrm>
              <a:prstGeom prst="rect">
                <a:avLst/>
              </a:prstGeom>
            </p:spPr>
          </p:pic>
        </p:grpSp>
        <p:sp>
          <p:nvSpPr>
            <p:cNvPr id="7" name="GROUP_ELLIPSE"/>
            <p:cNvSpPr/>
            <p:nvPr/>
          </p:nvSpPr>
          <p:spPr>
            <a:xfrm>
              <a:off x="5486400" y="914400"/>
              <a:ext cx="1828800" cy="18288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ALPHA_CROP_IMAGE" descr="image.png"/>
          <p:cNvPicPr>
            <a:picLocks noChangeAspect="1"/>
          </p:cNvPicPr>
          <p:nvPr/>
        </p:nvPicPr>
        <p:blipFill>
          <a:blip r:embed="rId3">
            <a:alphaModFix amt="40000"/>
          </a:blip>
          <a:srcRect l="10000" b="20000"/>
          <a:stretch>
            <a:fillRect/>
          </a:stretch>
        </p:blipFill>
        <p:spPr>
          <a:xfrm>
            <a:off x="7772400" y="2103120"/>
            <a:ext cx="3291840" cy="1645920"/>
          </a:xfrm>
          <a:prstGeom prst="rect">
            <a:avLst/>
          </a:prstGeom>
        </p:spPr>
      </p:pic>
      <p:grpSp>
        <p:nvGrpSpPr>
          <p:cNvPr id="9" name="CONNECTED_GROUP"/>
          <p:cNvGrpSpPr/>
          <p:nvPr/>
        </p:nvGrpSpPr>
        <p:grpSpPr>
          <a:xfrm>
            <a:off x="7315200" y="274320"/>
            <a:ext cx="3840480" cy="640080"/>
            <a:chOff x="7315200" y="274320"/>
            <a:chExt cx="3840480" cy="640080"/>
          </a:xfrm>
        </p:grpSpPr>
        <p:sp>
          <p:nvSpPr>
            <p:cNvPr id="10" name="CONNECT_A"/>
            <p:cNvSpPr/>
            <p:nvPr/>
          </p:nvSpPr>
          <p:spPr>
            <a:xfrm>
              <a:off x="7315200" y="274320"/>
              <a:ext cx="1554480" cy="640080"/>
            </a:xfrm>
            <a:prstGeom prst="rect">
              <a:avLst/>
            </a:prstGeom>
            <a:solidFill>
              <a:srgbClr val="DCE8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CONNECT_B"/>
            <p:cNvSpPr/>
            <p:nvPr/>
          </p:nvSpPr>
          <p:spPr>
            <a:xfrm>
              <a:off x="9601200" y="274320"/>
              <a:ext cx="1554480" cy="640080"/>
            </a:xfrm>
            <a:prstGeom prst="rect">
              <a:avLst/>
            </a:prstGeom>
            <a:solidFill>
              <a:srgbClr val="DCE8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GROUP_CONNECTOR"/>
            <p:cNvCxnSpPr>
              <a:stCxn id="10" idx="2"/>
              <a:endCxn id="11" idx="0"/>
            </p:cNvCxnSpPr>
            <p:nvPr/>
          </p:nvCxnSpPr>
          <p:spPr>
            <a:xfrm flipV="1">
              <a:off x="8092440" y="274320"/>
              <a:ext cx="2286000" cy="6400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nested-groups-images</dc:title>
  <dc:subject>Synthetic OOXML; not Microsoft Office authored</dc:subject>
  <dc:creator>Open Office original compatibility fixtures</dc:creator>
  <cp:keywords/>
  <dc:description>generated using python-pptx</dc:description>
  <cp:lastModifiedBy>Steve Canny</cp:lastModifiedBy>
  <cp:revision>1</cp:revision>
  <dcterms:created xsi:type="dcterms:W3CDTF">2025-02-12T12:00:00Z</dcterms:created>
  <dcterms:modified xsi:type="dcterms:W3CDTF">2025-02-12T12:00:00Z</dcterms:modified>
  <cp:category/>
</cp:coreProperties>
</file>