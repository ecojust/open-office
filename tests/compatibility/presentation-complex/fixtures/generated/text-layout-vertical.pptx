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text-layout-vertical / ORIGINAL-NOTE-1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AFE_EDIT"/>
          <p:cNvSpPr txBox="1"/>
          <p:nvPr/>
        </p:nvSpPr>
        <p:spPr>
          <a:xfrm>
            <a:off x="32004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text-layout-vertical / SAFE_EDIT / page 1</a:t>
            </a:r>
          </a:p>
        </p:txBody>
      </p:sp>
      <p:sp>
        <p:nvSpPr>
          <p:cNvPr id="3" name="TOP_ZERO"/>
          <p:cNvSpPr txBox="1"/>
          <p:nvPr/>
        </p:nvSpPr>
        <p:spPr>
          <a:xfrm>
            <a:off x="457200" y="365760"/>
            <a:ext cx="3383280" cy="2377440"/>
          </a:xfrm>
          <a:prstGeom prst="rect">
            <a:avLst/>
          </a:prstGeom>
          <a:solidFill>
            <a:srgbClr val="ECF4FA"/>
          </a:solidFill>
        </p:spPr>
        <p:txBody>
          <a:bodyPr wrap="square" anchor="t" lIns="0" rIns="0" tIns="0" bIns="0">
            <a:spAutoFit/>
          </a:bodyPr>
          <a:lstStyle/>
          <a:p>
            <a:r>
              <a:rPr sz="2400"/>
              <a:t>Text layout</a:t>
            </a:r>
          </a:p>
          <a:p>
            <a:r>
              <a:rPr sz="2400"/>
              <a:t>中文布局测试</a:t>
            </a:r>
          </a:p>
        </p:txBody>
      </p:sp>
      <p:sp>
        <p:nvSpPr>
          <p:cNvPr id="4" name="CENTER_ASYM"/>
          <p:cNvSpPr txBox="1"/>
          <p:nvPr/>
        </p:nvSpPr>
        <p:spPr>
          <a:xfrm>
            <a:off x="4389120" y="365760"/>
            <a:ext cx="3383280" cy="2377440"/>
          </a:xfrm>
          <a:prstGeom prst="rect">
            <a:avLst/>
          </a:prstGeom>
          <a:solidFill>
            <a:srgbClr val="ECF4FA"/>
          </a:solidFill>
        </p:spPr>
        <p:txBody>
          <a:bodyPr wrap="square" anchor="ctr" lIns="170000" rIns="420000" tIns="95000" bIns="230000">
            <a:spAutoFit/>
          </a:bodyPr>
          <a:lstStyle/>
          <a:p>
            <a:r>
              <a:rPr sz="2400"/>
              <a:t>Text layout</a:t>
            </a:r>
          </a:p>
          <a:p>
            <a:r>
              <a:rPr sz="2400"/>
              <a:t>中文布局测试</a:t>
            </a:r>
          </a:p>
        </p:txBody>
      </p:sp>
      <p:sp>
        <p:nvSpPr>
          <p:cNvPr id="5" name="BOTTOM_NOWRAP"/>
          <p:cNvSpPr txBox="1"/>
          <p:nvPr/>
        </p:nvSpPr>
        <p:spPr>
          <a:xfrm>
            <a:off x="8229600" y="365760"/>
            <a:ext cx="3383280" cy="2377440"/>
          </a:xfrm>
          <a:prstGeom prst="rect">
            <a:avLst/>
          </a:prstGeom>
          <a:solidFill>
            <a:srgbClr val="ECF4FA"/>
          </a:solidFill>
        </p:spPr>
        <p:txBody>
          <a:bodyPr wrap="none" anchor="b" lIns="220000" rIns="60000" tIns="320000" bIns="0">
            <a:spAutoFit/>
          </a:bodyPr>
          <a:lstStyle/>
          <a:p>
            <a:r>
              <a:rPr sz="2400"/>
              <a:t>Text layout</a:t>
            </a:r>
          </a:p>
          <a:p>
            <a:r>
              <a:rPr sz="2400"/>
              <a:t>中文布局测试</a:t>
            </a:r>
          </a:p>
        </p:txBody>
      </p:sp>
      <p:sp>
        <p:nvSpPr>
          <p:cNvPr id="6" name="ROTATED_POS"/>
          <p:cNvSpPr txBox="1"/>
          <p:nvPr/>
        </p:nvSpPr>
        <p:spPr>
          <a:xfrm>
            <a:off x="457200" y="3337560"/>
            <a:ext cx="3383280" cy="2468880"/>
          </a:xfrm>
          <a:prstGeom prst="rect">
            <a:avLst/>
          </a:prstGeom>
          <a:solidFill>
            <a:srgbClr val="ECF4FA"/>
          </a:solidFill>
        </p:spPr>
        <p:txBody>
          <a:bodyPr wrap="square" anchor="ctr" lIns="0" rIns="0" tIns="0" bIns="0" rot="5400000">
            <a:spAutoFit/>
          </a:bodyPr>
          <a:lstStyle/>
          <a:p>
            <a:r>
              <a:rPr sz="2400"/>
              <a:t>Text layout</a:t>
            </a:r>
          </a:p>
          <a:p>
            <a:r>
              <a:rPr sz="2400"/>
              <a:t>中文布局测试</a:t>
            </a:r>
          </a:p>
        </p:txBody>
      </p:sp>
      <p:sp>
        <p:nvSpPr>
          <p:cNvPr id="7" name="ROTATED_NEG"/>
          <p:cNvSpPr txBox="1"/>
          <p:nvPr/>
        </p:nvSpPr>
        <p:spPr>
          <a:xfrm>
            <a:off x="4389120" y="3337560"/>
            <a:ext cx="3383280" cy="2468880"/>
          </a:xfrm>
          <a:prstGeom prst="rect">
            <a:avLst/>
          </a:prstGeom>
          <a:solidFill>
            <a:srgbClr val="ECF4FA"/>
          </a:solidFill>
        </p:spPr>
        <p:txBody>
          <a:bodyPr wrap="square" anchor="ctr" lIns="90000" rIns="190000" tIns="210000" bIns="70000" rot="-5400000">
            <a:spAutoFit/>
          </a:bodyPr>
          <a:lstStyle/>
          <a:p>
            <a:r>
              <a:rPr sz="2400"/>
              <a:t>Text layout</a:t>
            </a:r>
          </a:p>
          <a:p>
            <a:r>
              <a:rPr sz="2400"/>
              <a:t>中文布局测试</a:t>
            </a:r>
          </a:p>
        </p:txBody>
      </p:sp>
      <p:sp>
        <p:nvSpPr>
          <p:cNvPr id="8" name="EAST_ASIAN_VERTICAL"/>
          <p:cNvSpPr txBox="1"/>
          <p:nvPr/>
        </p:nvSpPr>
        <p:spPr>
          <a:xfrm>
            <a:off x="8229600" y="3337560"/>
            <a:ext cx="3383280" cy="2468880"/>
          </a:xfrm>
          <a:prstGeom prst="rect">
            <a:avLst/>
          </a:prstGeom>
          <a:solidFill>
            <a:srgbClr val="ECF4FA"/>
          </a:solidFill>
        </p:spPr>
        <p:txBody>
          <a:bodyPr wrap="square" anchor="t" lIns="90000" rIns="90000" tIns="50000" bIns="50000" vert="eaVert">
            <a:spAutoFit/>
          </a:bodyPr>
          <a:lstStyle/>
          <a:p>
            <a:r>
              <a:rPr sz="2400"/>
              <a:t>Text layout</a:t>
            </a:r>
          </a:p>
          <a:p>
            <a:r>
              <a:rPr sz="2400"/>
              <a:t>中文布局测试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text-layout-vertical</dc:title>
  <dc:subject>Synthetic OOXML; not Microsoft Office authored</dc:subject>
  <dc:creator>Open Office original compatibility fixtures</dc:creator>
  <cp:keywords/>
  <dc:description>generated using python-pptx</dc:description>
  <cp:lastModifiedBy>Steve Canny</cp:lastModifiedBy>
  <cp:revision>1</cp:revision>
  <dcterms:created xsi:type="dcterms:W3CDTF">2025-02-12T12:00:00Z</dcterms:created>
  <dcterms:modified xsi:type="dcterms:W3CDTF">2025-02-12T12:00:00Z</dcterms:modified>
  <cp:category/>
</cp:coreProperties>
</file>