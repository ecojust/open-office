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merged-styled-tables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merged-styled-tables / SAFE_EDIT / page 1</a:t>
            </a:r>
          </a:p>
        </p:txBody>
      </p:sp>
      <p:graphicFrame>
        <p:nvGraphicFramePr>
          <p:cNvPr id="3" name="MERGED_TABLE"/>
          <p:cNvGraphicFramePr>
            <a:graphicFrameLocks noGrp="1"/>
          </p:cNvGraphicFramePr>
          <p:nvPr/>
        </p:nvGraphicFramePr>
        <p:xfrm>
          <a:off x="548640" y="7315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80">
                <a:tc gridSpan="4">
                  <a:txBody>
                    <a:bodyPr/>
                    <a:lstStyle/>
                    <a:p>
                      <a:r>
                        <a:t>MERGED HEADER / 四列合并</a:t>
                      </a:r>
                    </a:p>
                  </a:txBody>
                  <a:tcPr marL="64008" marT="45720">
                    <a:solidFill>
                      <a:srgbClr val="E6EBF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6012" marT="45720">
                    <a:solidFill>
                      <a:srgbClr val="E6DCF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28016" marT="45720">
                    <a:solidFill>
                      <a:srgbClr val="E6CDF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60020" marT="45720">
                    <a:solidFill>
                      <a:srgbClr val="E6BEF5"/>
                    </a:solidFill>
                  </a:tcPr>
                </a:tc>
              </a:tr>
              <a:tr h="1280160">
                <a:tc rowSpan="2">
                  <a:txBody>
                    <a:bodyPr/>
                    <a:lstStyle/>
                    <a:p>
                      <a:r>
                        <a:t>VERTICAL MERGE</a:t>
                      </a:r>
                    </a:p>
                  </a:txBody>
                  <a:tcPr marL="64008" marT="68580">
                    <a:solidFill>
                      <a:srgbClr val="D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CELL-2-2</a:t>
                      </a:r>
                    </a:p>
                    <a:p>
                      <a:r>
                        <a:t>中文</a:t>
                      </a:r>
                    </a:p>
                  </a:txBody>
                  <a:tcPr marL="96012" marT="68580">
                    <a:solidFill>
                      <a:srgbClr val="D7DC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CELL-2-3</a:t>
                      </a:r>
                    </a:p>
                    <a:p>
                      <a:r>
                        <a:t>中文</a:t>
                      </a:r>
                    </a:p>
                  </a:txBody>
                  <a:tcPr marL="128016" marT="68580">
                    <a:solidFill>
                      <a:srgbClr val="D7C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CELL-2-4</a:t>
                      </a:r>
                    </a:p>
                    <a:p>
                      <a:r>
                        <a:t>中文</a:t>
                      </a:r>
                    </a:p>
                  </a:txBody>
                  <a:tcPr marL="160020" marT="68580">
                    <a:solidFill>
                      <a:srgbClr val="D7BEED"/>
                    </a:solidFill>
                  </a:tcPr>
                </a:tc>
              </a:tr>
              <a:tr h="1463040">
                <a:tc vMerge="1">
                  <a:txBody>
                    <a:bodyPr/>
                    <a:lstStyle/>
                    <a:p/>
                  </a:txBody>
                  <a:tcPr marL="64008" marT="91440">
                    <a:solidFill>
                      <a:srgbClr val="C8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CELL-3-2</a:t>
                      </a:r>
                    </a:p>
                    <a:p>
                      <a:r>
                        <a:t>中文</a:t>
                      </a:r>
                    </a:p>
                  </a:txBody>
                  <a:tcPr marL="96012" marT="91440">
                    <a:solidFill>
                      <a:srgbClr val="C8D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CELL-3-3</a:t>
                      </a:r>
                    </a:p>
                    <a:p>
                      <a:r>
                        <a:t>中文</a:t>
                      </a:r>
                    </a:p>
                  </a:txBody>
                  <a:tcPr marL="128016" marT="91440">
                    <a:solidFill>
                      <a:srgbClr val="C8C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CELL-3-4</a:t>
                      </a:r>
                    </a:p>
                    <a:p>
                      <a:r>
                        <a:t>中文</a:t>
                      </a:r>
                    </a:p>
                  </a:txBody>
                  <a:tcPr marL="160020" marT="91440">
                    <a:solidFill>
                      <a:srgbClr val="C8BEE5"/>
                    </a:solidFill>
                  </a:tcPr>
                </a:tc>
              </a:tr>
              <a:tr h="1645920">
                <a:tc>
                  <a:txBody>
                    <a:bodyPr/>
                    <a:lstStyle/>
                    <a:p>
                      <a:r>
                        <a:t>CELL-4-1</a:t>
                      </a:r>
                    </a:p>
                    <a:p>
                      <a:r>
                        <a:t>中文</a:t>
                      </a:r>
                    </a:p>
                  </a:txBody>
                  <a:tcPr marL="64008" marT="114300">
                    <a:solidFill>
                      <a:srgbClr val="B9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CELL-4-2</a:t>
                      </a:r>
                    </a:p>
                    <a:p>
                      <a:r>
                        <a:t>中文</a:t>
                      </a:r>
                    </a:p>
                  </a:txBody>
                  <a:tcPr marL="96012" marT="114300">
                    <a:solidFill>
                      <a:srgbClr val="B9D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CELL-4-3</a:t>
                      </a:r>
                    </a:p>
                    <a:p>
                      <a:r>
                        <a:t>中文</a:t>
                      </a:r>
                    </a:p>
                  </a:txBody>
                  <a:tcPr marL="128016" marT="114300" vert="vert270" anchor="ctr">
                    <a:solidFill>
                      <a:srgbClr val="B9CDDD"/>
                    </a:solidFill>
                    <a:lnB w="25400">
                      <a:solidFill>
                        <a:srgbClr val="D51E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CELL-4-4</a:t>
                      </a:r>
                    </a:p>
                    <a:p>
                      <a:r>
                        <a:t>中文</a:t>
                      </a:r>
                    </a:p>
                  </a:txBody>
                  <a:tcPr marL="160020" marT="114300">
                    <a:solidFill>
                      <a:srgbClr val="B9BE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merged-styled-tables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