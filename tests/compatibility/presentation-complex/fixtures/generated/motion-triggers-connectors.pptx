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motion-triggers-connectors / ORIGINAL-NOTE-1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motion-triggers-connectors / ORIGINAL-NOTE-2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slide" Target="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AFE_EDIT"/>
          <p:cNvSpPr txBox="1"/>
          <p:nvPr/>
        </p:nvSpPr>
        <p:spPr>
          <a:xfrm>
            <a:off x="32004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motion-triggers-connectors / SAFE_EDIT / page 1</a:t>
            </a:r>
          </a:p>
        </p:txBody>
      </p:sp>
      <p:sp>
        <p:nvSpPr>
          <p:cNvPr id="3" name="ANIMATED_TARGET"/>
          <p:cNvSpPr/>
          <p:nvPr/>
        </p:nvSpPr>
        <p:spPr>
          <a:xfrm>
            <a:off x="2011680" y="1828800"/>
            <a:ext cx="2834640" cy="1554480"/>
          </a:xfrm>
          <a:prstGeom prst="round2SameRect">
            <a:avLst/>
          </a:prstGeom>
          <a:solidFill>
            <a:srgbClr val="DCE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MOTION TARGET</a:t>
            </a:r>
          </a:p>
        </p:txBody>
      </p:sp>
      <p:sp>
        <p:nvSpPr>
          <p:cNvPr id="4" name="TRIGGER_BUTTON"/>
          <p:cNvSpPr/>
          <p:nvPr/>
        </p:nvSpPr>
        <p:spPr>
          <a:xfrm>
            <a:off x="548640" y="3474720"/>
            <a:ext cx="1828800" cy="1097280"/>
          </a:xfrm>
          <a:prstGeom prst="ellipse">
            <a:avLst/>
          </a:prstGeom>
          <a:solidFill>
            <a:srgbClr val="F3DAC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CLICK TRIGGER</a:t>
            </a:r>
          </a:p>
        </p:txBody>
      </p:sp>
      <p:sp>
        <p:nvSpPr>
          <p:cNvPr id="5" name="CONNECTOR_DEST"/>
          <p:cNvSpPr/>
          <p:nvPr/>
        </p:nvSpPr>
        <p:spPr>
          <a:xfrm>
            <a:off x="8229600" y="2560320"/>
            <a:ext cx="2560320" cy="1554480"/>
          </a:xfrm>
          <a:prstGeom prst="rect">
            <a:avLst/>
          </a:prstGeom>
          <a:solidFill>
            <a:srgbClr val="DCE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DESTINATION</a:t>
            </a:r>
          </a:p>
        </p:txBody>
      </p:sp>
      <p:cxnSp>
        <p:nvCxnSpPr>
          <p:cNvPr id="6" name="BOUND_CONNECTOR"/>
          <p:cNvCxnSpPr>
            <a:stCxn id="3" idx="2"/>
            <a:endCxn id="5" idx="0"/>
          </p:cNvCxnSpPr>
          <p:nvPr/>
        </p:nvCxnSpPr>
        <p:spPr>
          <a:xfrm flipV="1">
            <a:off x="3429000" y="2560320"/>
            <a:ext cx="6080760" cy="822960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INTERNAL_SLIDE_LINK">
            <a:hlinkClick action="ppaction://hlinksldjump" r:id="rId3"/>
          </p:cNvPr>
          <p:cNvSpPr txBox="1"/>
          <p:nvPr/>
        </p:nvSpPr>
        <p:spPr>
          <a:xfrm>
            <a:off x="6583680" y="73152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/>
              <a:t>Jump to second slide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presetID="1" presetClass="path" nodeType="clickEffect" fill="hold">
                      <p:stCondLst>
                        <p:cond evt="onClick" delay="0">
                          <p:tgtEl>
                            <p:spTgt spid="4"/>
                          </p:tgtEl>
                        </p:cond>
                      </p:stCondLst>
                      <p:childTnLst>
                        <p:animMotion origin="layout" path="M 0 0 L 0.25 0.10 C 0.30 0.10 0.40 0.30 0.45 0.20 E" pathEditMode="relative" rAng="0">
                          <p:cBhvr additive="base">
                            <p:cTn id="4" dur="1800" fill="hold"/>
                            <p:tgtEl>
                              <p:spTgt spid="3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  <p:animRot by="5400000">
                          <p:cBhvr additive="base">
                            <p:cTn id="5" dur="700" fill="hold"/>
                            <p:tgtEl>
                              <p:spTgt spid="3"/>
                            </p:tgtEl>
                            <p:attrNameLst>
                              <p:attrName>r</p:attrName>
                            </p:attrNameLst>
                          </p:cBhvr>
                        </p:animRot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3" grpId="0" build="allAtOnce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AFE_EDIT"/>
          <p:cNvSpPr txBox="1"/>
          <p:nvPr/>
        </p:nvSpPr>
        <p:spPr>
          <a:xfrm>
            <a:off x="32004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motion-triggers-connectors / SAFE_EDIT / page 2</a:t>
            </a:r>
          </a:p>
        </p:txBody>
      </p:sp>
      <p:sp>
        <p:nvSpPr>
          <p:cNvPr id="3" name="TARGET_SLIDE_TEXT"/>
          <p:cNvSpPr txBox="1"/>
          <p:nvPr/>
        </p:nvSpPr>
        <p:spPr>
          <a:xfrm>
            <a:off x="914400" y="9144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/>
              <a:t>LINK TARGET / duplicate and reorder stability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motion-triggers-connectors</dc:title>
  <dc:subject>Synthetic OOXML; not Microsoft Office authored</dc:subject>
  <dc:creator>Open Office original compatibility fixtures</dc:creator>
  <cp:keywords/>
  <dc:description>generated using python-pptx</dc:description>
  <cp:lastModifiedBy>Steve Canny</cp:lastModifiedBy>
  <cp:revision>1</cp:revision>
  <dcterms:created xsi:type="dcterms:W3CDTF">2025-02-12T12:00:00Z</dcterms:created>
  <dcterms:modified xsi:type="dcterms:W3CDTF">2025-02-12T12:00:00Z</dcterms:modified>
  <cp:category/>
</cp:coreProperties>
</file>