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Inherited layout test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0">
            <a:off x="600000" y="500000"/>
            <a:ext cx="9000000" cy="1800000"/>
          </a:xfrm>
        </p:spPr>
        <p:txBody>
          <a:bodyPr rIns="41000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lIns="310000" tIns="140000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ED_TITLE"/>
          <p:cNvSpPr>
            <a:spLocks noGrp="1"/>
          </p:cNvSpPr>
          <p:nvPr>
            <p:ph type="title"/>
          </p:nvPr>
        </p:nvSpPr>
        <p:spPr>
          <a:xfrm rot="1800000"/>
        </p:spPr>
        <p:txBody>
          <a:bodyPr wrap="none" rot="-5400000"/>
          <a:lstStyle/>
          <a:p>
            <a:r>
              <a:t>Partial xfrm / inherited bodyPr 中文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placeholder-inheritance / SAFE_EDIT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placeholder-inheritance</dc:title>
  <dc:subject/>
  <dc:creator/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