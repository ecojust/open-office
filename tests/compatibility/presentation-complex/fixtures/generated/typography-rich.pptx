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typography-rich / ORIGINAL-NOTE-1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example.invalid/rich-run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AFE_EDIT"/>
          <p:cNvSpPr txBox="1"/>
          <p:nvPr/>
        </p:nvSpPr>
        <p:spPr>
          <a:xfrm>
            <a:off x="32004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typography-rich / SAFE_EDIT / page 1</a:t>
            </a:r>
          </a:p>
        </p:txBody>
      </p:sp>
      <p:sp>
        <p:nvSpPr>
          <p:cNvPr id="3" name="RICH_RUNS"/>
          <p:cNvSpPr txBox="1"/>
          <p:nvPr/>
        </p:nvSpPr>
        <p:spPr>
          <a:xfrm>
            <a:off x="548640" y="365760"/>
            <a:ext cx="10789920" cy="2926080"/>
          </a:xfrm>
          <a:prstGeom prst="rect">
            <a:avLst/>
          </a:prstGeom>
          <a:noFill/>
        </p:spPr>
        <p:txBody>
          <a:bodyPr wrap="none" lIns="164592" rIns="283464">
            <a:spAutoFit/>
          </a:bodyPr>
          <a:lstStyle/>
          <a:p>
            <a:pPr algn="ctr">
              <a:lnSpc>
                <a:spcPct val="135000"/>
              </a:lnSpc>
              <a:spcBef>
                <a:spcPts val="900"/>
              </a:spcBef>
              <a:spcAft>
                <a:spcPts val="1400"/>
              </a:spcAft>
            </a:pPr>
            <a:r>
              <a:rPr sz="3000" b="1" i="0">
                <a:solidFill>
                  <a:srgbClr val="B51D46"/>
                </a:solidFill>
                <a:latin typeface="Arial"/>
                <a:hlinkClick r:id="rId3"/>
              </a:rPr>
              <a:t>Rich run 文字 </a:t>
            </a:r>
            <a:r>
              <a:rPr sz="2100" b="0" i="1">
                <a:solidFill>
                  <a:srgbClr val="1565A8"/>
                </a:solidFill>
                <a:latin typeface="Cambria"/>
              </a:rPr>
              <a:t>mix ± ∑ </a:t>
            </a:r>
            <a:r>
              <a:rPr sz="4200" b="1" i="0">
                <a:solidFill>
                  <a:srgbClr val="248046"/>
                </a:solidFill>
                <a:latin typeface="Noto Sans CJK SC"/>
              </a:rPr>
              <a:t>大标题</a:t>
            </a:r>
            <a:fld id="{12345678-1234-1234-1234-123456789ABC}" type="slidenum">
              <a:rPr lang="en-US" sz="1800"/>
              <a:t>1</a:t>
            </a:fld>
          </a:p>
          <a:p>
            <a:pPr algn="r">
              <a:lnSpc>
                <a:spcPts val="3400"/>
              </a:lnSpc>
              <a:spcBef>
                <a:spcPts val="600"/>
              </a:spcBef>
              <a:spcAft>
                <a:spcPts val="1700"/>
              </a:spcAft>
            </a:pPr>
            <a:r>
              <a:rPr sz="1800" u="sng" baseline="18000" spc="120"/>
              <a:t>Paragraph with tab	second column and manual break</a:t>
            </a:r>
            <a:br/>
            <a:r>
              <a:t>下一行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731520" y="3657600"/>
            <a:ext cx="91440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20000" indent="-160000">
              <a:buChar char="•"/>
            </a:pPr>
            <a:r>
              <a:rPr sz="2300"/>
              <a:t>Nested bullet one</a:t>
            </a:r>
          </a:p>
          <a:p>
            <a:pPr lvl="1" marL="480000" indent="-160000">
              <a:buChar char="•"/>
            </a:pPr>
            <a:r>
              <a:rPr sz="2300"/>
              <a:t>Nested bullet two</a:t>
            </a:r>
          </a:p>
          <a:p>
            <a:pPr marL="640000" indent="-160000">
              <a:buChar char="➤"/>
            </a:pPr>
            <a:r>
              <a:rPr sz="2300"/>
              <a:t>编号列表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typography-rich</dc:title>
  <dc:subject>Synthetic OOXML; not Microsoft Office authored</dc:subject>
  <dc:creator>Open Office original compatibility fixtures</dc:creator>
  <cp:keywords/>
  <dc:description>generated using python-pptx</dc:description>
  <cp:lastModifiedBy>Steve Canny</cp:lastModifiedBy>
  <cp:revision>1</cp:revision>
  <dcterms:created xsi:type="dcterms:W3CDTF">2025-02-12T12:00:00Z</dcterms:created>
  <dcterms:modified xsi:type="dcterms:W3CDTF">2025-02-12T12:00:00Z</dcterms:modified>
  <cp:category/>
</cp:coreProperties>
</file>