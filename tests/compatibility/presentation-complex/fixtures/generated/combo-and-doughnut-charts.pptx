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Combo bars + line / 图表缓存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12.5</c:v>
                </c:pt>
                <c:pt idx="1">
                  <c:v>27</c:v>
                </c:pt>
                <c:pt idx="2">
                  <c:v>19</c:v>
                </c:pt>
              </c:numCache>
            </c:numRef>
          </c:val>
        </c:ser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Trend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</c:ser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Product composition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产品 A</c:v>
                </c:pt>
                <c:pt idx="1">
                  <c:v>产品 B</c:v>
                </c:pt>
                <c:pt idx="2">
                  <c:v>产品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45</c:v>
                </c:pt>
                <c:pt idx="2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combo-and-doughnut-charts / ORIGINAL-NOTE-1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AFE_EDIT"/>
          <p:cNvSpPr txBox="1"/>
          <p:nvPr/>
        </p:nvSpPr>
        <p:spPr>
          <a:xfrm>
            <a:off x="3200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combo-and-doughnut-charts / SAFE_EDIT / page 1</a:t>
            </a:r>
          </a:p>
        </p:txBody>
      </p:sp>
      <p:graphicFrame>
        <p:nvGraphicFramePr>
          <p:cNvPr id="3" name="COMBO_CHART"/>
          <p:cNvGraphicFramePr>
            <a:graphicFrameLocks noGrp="1"/>
          </p:cNvGraphicFramePr>
          <p:nvPr/>
        </p:nvGraphicFramePr>
        <p:xfrm>
          <a:off x="411480" y="640080"/>
          <a:ext cx="6858000" cy="5212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DOUGHNUT_CHART"/>
          <p:cNvGraphicFramePr>
            <a:graphicFrameLocks noGrp="1"/>
          </p:cNvGraphicFramePr>
          <p:nvPr/>
        </p:nvGraphicFramePr>
        <p:xfrm>
          <a:off x="7452360" y="1097280"/>
          <a:ext cx="4389120" cy="4389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combo-and-doughnut-charts</dc:title>
  <dc:subject>Synthetic OOXML; not Microsoft Office authored</dc:subject>
  <dc:creator>Open Office original compatibility fixtures</dc:creator>
  <cp:keywords/>
  <dc:description>generated using python-pptx</dc:description>
  <cp:lastModifiedBy>Steve Canny</cp:lastModifiedBy>
  <cp:revision>1</cp:revision>
  <dcterms:created xsi:type="dcterms:W3CDTF">2025-02-12T12:00:00Z</dcterms:created>
  <dcterms:modified xsi:type="dcterms:W3CDTF">2025-02-12T12:00:00Z</dcterms:modified>
  <cp:category/>
</cp:coreProperties>
</file>