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公益组织·志愿服务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047"/>
                </a:solidFill>
                <a:latin typeface="WenQuanYi Micro Hei"/>
                <a:ea typeface="WenQuanYi Micro Hei"/>
              </a:rPr>
              <a:t>让志愿力量有序协作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0776D"/>
                </a:solidFill>
                <a:latin typeface="WenQuanYi Micro Hei"/>
                <a:ea typeface="WenQuanYi Micro Hei"/>
              </a:rPr>
              <a:t>01  社会需求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0776D"/>
                </a:solidFill>
                <a:latin typeface="WenQuanYi Micro Hei"/>
                <a:ea typeface="WenQuanYi Micro Hei"/>
              </a:rPr>
              <a:t>02  项目行动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0776D"/>
                </a:solidFill>
                <a:latin typeface="WenQuanYi Micro Hei"/>
                <a:ea typeface="WenQuanYi Micro Hei"/>
              </a:rPr>
              <a:t>03  长期影响</a:t>
            </a:r>
          </a:p>
        </p:txBody>
      </p:sp>
      <p:sp>
        <p:nvSpPr>
          <p:cNvPr id="10" name="Oval 9"/>
          <p:cNvSpPr/>
          <p:nvPr/>
        </p:nvSpPr>
        <p:spPr>
          <a:xfrm>
            <a:off x="9594151" y="3088386"/>
            <a:ext cx="490632" cy="49063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7569" y="3665601"/>
            <a:ext cx="663797" cy="461772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28329" y="3925347"/>
            <a:ext cx="490632" cy="49063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746" y="4502562"/>
            <a:ext cx="663797" cy="461772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59974" y="3925347"/>
            <a:ext cx="490632" cy="49063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73391" y="4502562"/>
            <a:ext cx="663797" cy="461772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161240" y="4791170"/>
            <a:ext cx="663797" cy="49063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9825037" y="4791170"/>
            <a:ext cx="750380" cy="49063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161240" y="4791170"/>
            <a:ext cx="1414177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04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047"/>
                </a:solidFill>
                <a:latin typeface="WenQuanYi Micro Hei"/>
                <a:ea typeface="WenQuanYi Micro Hei"/>
              </a:rPr>
              <a:t>让志愿力量有序协作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C0776D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94047"/>
                </a:solidFill>
                <a:latin typeface="WenQuanYi Micro Hei"/>
                <a:ea typeface="WenQuanYi Micro Hei"/>
              </a:rPr>
              <a:t>需求调研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047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047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94047"/>
                </a:solidFill>
                <a:latin typeface="WenQuanYi Micro Hei"/>
                <a:ea typeface="WenQuanYi Micro Hei"/>
              </a:rPr>
              <a:t>行动协作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047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047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94047"/>
                </a:solidFill>
                <a:latin typeface="WenQuanYi Micro Hei"/>
                <a:ea typeface="WenQuanYi Micro Hei"/>
              </a:rPr>
              <a:t>成效反馈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047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047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CF0ED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OPEN OFFICE  /  公益组织·志愿服务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59404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4047"/>
                </a:solidFill>
                <a:latin typeface="WenQuanYi Micro Hei"/>
                <a:ea typeface="WenQuanYi Micro Hei"/>
              </a:rPr>
              <a:t>每一份参与，都让改变更近一步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C0776D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公益组织·志愿服务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