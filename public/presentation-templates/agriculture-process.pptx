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929622" y="2332672"/>
            <a:ext cx="0" cy="1894142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9215437" y="2487930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3828" y="2705290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15437" y="2984754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3828" y="3202114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5437" y="3481577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3828" y="3698938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7562" y="4413123"/>
            <a:ext cx="2577274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687562" y="4568380"/>
            <a:ext cx="2577274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687562" y="4723637"/>
            <a:ext cx="2577274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D4B27"/>
                </a:solidFill>
                <a:latin typeface="WenQuanYi Micro Hei"/>
                <a:ea typeface="WenQuanYi Micro Hei"/>
              </a:rPr>
              <a:t>溯源流程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3D4B27"/>
                </a:solidFill>
                <a:latin typeface="WenQuanYi Micro Hei"/>
                <a:ea typeface="WenQuanYi Micro Hei"/>
              </a:rPr>
              <a:t>连接田间与消费者餐桌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4B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9441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连接田间与消费者餐桌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D4B27"/>
                </a:solidFill>
                <a:latin typeface="WenQuanYi Micro Hei"/>
                <a:ea typeface="WenQuanYi Micro Hei"/>
              </a:rPr>
              <a:t>育种培育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7C9441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D4B27"/>
                </a:solidFill>
                <a:latin typeface="WenQuanYi Micro Hei"/>
                <a:ea typeface="WenQuanYi Micro Hei"/>
              </a:rPr>
              <a:t>田间管理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7C9441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D4B27"/>
                </a:solidFill>
                <a:latin typeface="WenQuanYi Micro Hei"/>
                <a:ea typeface="WenQuanYi Micro Hei"/>
              </a:rPr>
              <a:t>采收溯源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B27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6E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OPEN OFFICE  /  农业食品·溯源流程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3D4B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3D4B27"/>
                </a:solidFill>
                <a:latin typeface="WenQuanYi Micro Hei"/>
                <a:ea typeface="WenQuanYi Micro Hei"/>
              </a:rPr>
              <a:t>一份耕耘，连接美好生活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7C9441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农业食品·溯源流程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