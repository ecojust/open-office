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F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63100" y="0"/>
            <a:ext cx="2628900" cy="6858000"/>
          </a:xfrm>
          <a:prstGeom prst="rect">
            <a:avLst/>
          </a:prstGeom>
          <a:solidFill>
            <a:srgbClr val="2026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29850" y="1228725"/>
            <a:ext cx="1333500" cy="1333500"/>
          </a:xfrm>
          <a:prstGeom prst="ellipse">
            <a:avLst/>
          </a:prstGeom>
          <a:noFill/>
          <a:ln w="114300">
            <a:solidFill>
              <a:srgbClr val="E5EF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29850" y="3228975"/>
            <a:ext cx="1333500" cy="1333500"/>
          </a:xfrm>
          <a:prstGeom prst="rect">
            <a:avLst/>
          </a:prstGeom>
          <a:solidFill>
            <a:srgbClr val="E5EF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77500" y="5086350"/>
            <a:ext cx="838200" cy="838200"/>
          </a:xfrm>
          <a:prstGeom prst="ellipse">
            <a:avLst/>
          </a:prstGeom>
          <a:solidFill>
            <a:srgbClr val="E5EF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2450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0261D"/>
                </a:solidFill>
                <a:latin typeface="WenQuanYi Micro Hei"/>
                <a:ea typeface="WenQuanYi Micro Hei"/>
              </a:rPr>
              <a:t>LAUNCH / MAKE IT HAPPEN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1581150"/>
            <a:ext cx="8572500" cy="23393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20261D"/>
                </a:solidFill>
                <a:latin typeface="WenQuanYi Micro Hei"/>
                <a:ea typeface="WenQuanYi Micro Hei"/>
              </a:rPr>
              <a:t>下一站，</a:t>
            </a:r>
          </a:p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20261D"/>
                </a:solidFill>
                <a:latin typeface="WenQuanYi Micro Hei"/>
                <a:ea typeface="WenQuanYi Micro Hei"/>
              </a:rPr>
              <a:t>现在出发！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3425" y="4257675"/>
            <a:ext cx="5238750" cy="552450"/>
          </a:xfrm>
          <a:prstGeom prst="rect">
            <a:avLst/>
          </a:prstGeom>
          <a:solidFill>
            <a:srgbClr val="2026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2975" y="4352925"/>
            <a:ext cx="48577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EF65"/>
                </a:solidFill>
                <a:latin typeface="WenQuanYi Micro Hei"/>
                <a:ea typeface="WenQuanYi Micro Hei"/>
              </a:rPr>
              <a:t>你的发布主题与一句话主张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5486400"/>
            <a:ext cx="8096249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1D"/>
                </a:solidFill>
                <a:latin typeface="WenQuanYi Micro Hei"/>
                <a:ea typeface="WenQuanYi Micro Hei"/>
              </a:rPr>
              <a:t>发布人：你的名字  /  20XX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6305550"/>
            <a:ext cx="8096249" cy="2433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20261D"/>
                </a:solidFill>
                <a:latin typeface="WenQuanYi Micro Hei"/>
                <a:ea typeface="WenQuanYi Micro Hei"/>
              </a:rPr>
              <a:t>OPEN OFFICE  ·  活力发布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572750" cy="744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7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20261D"/>
                </a:solidFill>
                <a:latin typeface="WenQuanYi Micro Hei"/>
                <a:ea typeface="WenQuanYi Micro Hei"/>
              </a:rPr>
              <a:t>在这里填写内容标题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7325"/>
            <a:ext cx="1057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0261D"/>
                </a:solidFill>
                <a:latin typeface="WenQuanYi Micro Hei"/>
                <a:ea typeface="WenQuanYi Micro Hei"/>
              </a:rPr>
              <a:t>把亮点说清楚，把行动放在眼前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343275"/>
            <a:ext cx="3448050" cy="2381250"/>
          </a:xfrm>
          <a:prstGeom prst="rect">
            <a:avLst/>
          </a:prstGeom>
          <a:solidFill>
            <a:srgbClr val="E5EF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2975" y="3552825"/>
            <a:ext cx="2857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61D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75" y="4219575"/>
            <a:ext cx="2952750" cy="518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61D"/>
                </a:solidFill>
                <a:latin typeface="WenQuanYi Micro Hei"/>
                <a:ea typeface="WenQuanYi Micro Hei"/>
              </a:rPr>
              <a:t>看见亮点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75" y="4848225"/>
            <a:ext cx="29527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1D"/>
                </a:solidFill>
                <a:latin typeface="WenQuanYi Micro Hei"/>
                <a:ea typeface="WenQuanYi Micro Hei"/>
              </a:rPr>
              <a:t>在这里填写你的关键内容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1D"/>
                </a:solidFill>
                <a:latin typeface="WenQuanYi Micro Hei"/>
                <a:ea typeface="WenQuanYi Micro Hei"/>
              </a:rPr>
              <a:t>让信息简洁、有力、直接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1975" y="2762250"/>
            <a:ext cx="3448050" cy="2962275"/>
          </a:xfrm>
          <a:prstGeom prst="rect">
            <a:avLst/>
          </a:prstGeom>
          <a:solidFill>
            <a:srgbClr val="CBDC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9150" y="2971800"/>
            <a:ext cx="2857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61D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638550"/>
            <a:ext cx="2952750" cy="518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61D"/>
                </a:solidFill>
                <a:latin typeface="WenQuanYi Micro Hei"/>
                <a:ea typeface="WenQuanYi Micro Hei"/>
              </a:rPr>
              <a:t>理解价值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50" y="4267200"/>
            <a:ext cx="29527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1D"/>
                </a:solidFill>
                <a:latin typeface="WenQuanYi Micro Hei"/>
                <a:ea typeface="WenQuanYi Micro Hei"/>
              </a:rPr>
              <a:t>在这里填写你的关键内容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1D"/>
                </a:solidFill>
                <a:latin typeface="WenQuanYi Micro Hei"/>
                <a:ea typeface="WenQuanYi Micro Hei"/>
              </a:rPr>
              <a:t>让信息简洁、有力、直接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81225"/>
            <a:ext cx="3448050" cy="3543300"/>
          </a:xfrm>
          <a:prstGeom prst="rect">
            <a:avLst/>
          </a:prstGeom>
          <a:solidFill>
            <a:srgbClr val="2026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5325" y="2390775"/>
            <a:ext cx="2857500" cy="647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5EF65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057525"/>
            <a:ext cx="2952750" cy="518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5EF65"/>
                </a:solidFill>
                <a:latin typeface="WenQuanYi Micro Hei"/>
                <a:ea typeface="WenQuanYi Micro Hei"/>
              </a:rPr>
              <a:t>马上行动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686175"/>
            <a:ext cx="29527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F65"/>
                </a:solidFill>
                <a:latin typeface="WenQuanYi Micro Hei"/>
                <a:ea typeface="WenQuanYi Micro Hei"/>
              </a:rPr>
              <a:t>在这里填写你的关键内容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F65"/>
                </a:solidFill>
                <a:latin typeface="WenQuanYi Micro Hei"/>
                <a:ea typeface="WenQuanYi Micro Hei"/>
              </a:rPr>
              <a:t>让信息简洁、有力、直接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CAD3AF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7959"/>
                </a:solidFill>
                <a:latin typeface="WenQuanYi Micro Hei"/>
                <a:ea typeface="WenQuanYi Micro Hei"/>
              </a:rPr>
              <a:t>OPEN OFFICE  /  活力发布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7959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6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04925"/>
            <a:ext cx="10820400" cy="1813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4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E5EF65"/>
                </a:solidFill>
                <a:latin typeface="WenQuanYi Micro Hei"/>
                <a:ea typeface="WenQuanYi Micro Hei"/>
              </a:rPr>
              <a:t>LET’S 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475" y="3105150"/>
            <a:ext cx="10572750" cy="13277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302"/>
              </a:lnSpc>
              <a:spcBef>
                <a:spcPts val="0"/>
              </a:spcBef>
              <a:spcAft>
                <a:spcPts val="0"/>
              </a:spcAft>
            </a:pPr>
            <a:r>
              <a:rPr sz="6150" b="1">
                <a:solidFill>
                  <a:srgbClr val="F6F8E8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2000" y="4514850"/>
            <a:ext cx="10668000" cy="0"/>
          </a:xfrm>
          <a:prstGeom prst="line">
            <a:avLst/>
          </a:prstGeom>
          <a:ln w="19050">
            <a:solidFill>
              <a:srgbClr val="77834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762000" y="5010150"/>
            <a:ext cx="105727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E5EF65"/>
                </a:solidFill>
                <a:latin typeface="WenQuanYi Micro Hei"/>
                <a:ea typeface="WenQuanYi Micro Hei"/>
              </a:rPr>
              <a:t>让下一步，从现在开始。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活力发布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