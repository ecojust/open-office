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9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F0E9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0500" y="0"/>
            <a:ext cx="190500" cy="6858000"/>
          </a:xfrm>
          <a:prstGeom prst="rect">
            <a:avLst/>
          </a:prstGeom>
          <a:solidFill>
            <a:srgbClr val="F0E9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00" y="0"/>
            <a:ext cx="190500" cy="6858000"/>
          </a:xfrm>
          <a:prstGeom prst="rect">
            <a:avLst/>
          </a:prstGeom>
          <a:solidFill>
            <a:srgbClr val="F0E9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0"/>
            <a:ext cx="190500" cy="6858000"/>
          </a:xfrm>
          <a:prstGeom prst="rect">
            <a:avLst/>
          </a:prstGeom>
          <a:solidFill>
            <a:srgbClr val="F1E9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0"/>
            <a:ext cx="190500" cy="6858000"/>
          </a:xfrm>
          <a:prstGeom prst="rect">
            <a:avLst/>
          </a:prstGeom>
          <a:solidFill>
            <a:srgbClr val="F1E9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500" y="0"/>
            <a:ext cx="190500" cy="6858000"/>
          </a:xfrm>
          <a:prstGeom prst="rect">
            <a:avLst/>
          </a:prstGeom>
          <a:solidFill>
            <a:srgbClr val="F1E9F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0"/>
            <a:ext cx="190500" cy="6858000"/>
          </a:xfrm>
          <a:prstGeom prst="rect">
            <a:avLst/>
          </a:prstGeom>
          <a:solidFill>
            <a:srgbClr val="F1E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33500" y="0"/>
            <a:ext cx="190500" cy="6858000"/>
          </a:xfrm>
          <a:prstGeom prst="rect">
            <a:avLst/>
          </a:prstGeom>
          <a:solidFill>
            <a:srgbClr val="F1E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24000" y="0"/>
            <a:ext cx="190500" cy="6858000"/>
          </a:xfrm>
          <a:prstGeom prst="rect">
            <a:avLst/>
          </a:prstGeom>
          <a:solidFill>
            <a:srgbClr val="F1E8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0"/>
            <a:ext cx="190500" cy="6858000"/>
          </a:xfrm>
          <a:prstGeom prst="rect">
            <a:avLst/>
          </a:prstGeom>
          <a:solidFill>
            <a:srgbClr val="F2E8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05000" y="0"/>
            <a:ext cx="190500" cy="6858000"/>
          </a:xfrm>
          <a:prstGeom prst="rect">
            <a:avLst/>
          </a:prstGeom>
          <a:solidFill>
            <a:srgbClr val="F2E8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95499" y="0"/>
            <a:ext cx="190500" cy="6858000"/>
          </a:xfrm>
          <a:prstGeom prst="rect">
            <a:avLst/>
          </a:prstGeom>
          <a:solidFill>
            <a:srgbClr val="F2E8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0"/>
            <a:ext cx="190500" cy="6858000"/>
          </a:xfrm>
          <a:prstGeom prst="rect">
            <a:avLst/>
          </a:prstGeom>
          <a:solidFill>
            <a:srgbClr val="F2E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76500" y="0"/>
            <a:ext cx="190500" cy="6858000"/>
          </a:xfrm>
          <a:prstGeom prst="rect">
            <a:avLst/>
          </a:prstGeom>
          <a:solidFill>
            <a:srgbClr val="F2E8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67000" y="0"/>
            <a:ext cx="190500" cy="6858000"/>
          </a:xfrm>
          <a:prstGeom prst="rect">
            <a:avLst/>
          </a:prstGeom>
          <a:solidFill>
            <a:srgbClr val="F2E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57500" y="0"/>
            <a:ext cx="190500" cy="6858000"/>
          </a:xfrm>
          <a:prstGeom prst="rect">
            <a:avLst/>
          </a:prstGeom>
          <a:solidFill>
            <a:srgbClr val="F3E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48000" y="0"/>
            <a:ext cx="190500" cy="6858000"/>
          </a:xfrm>
          <a:prstGeom prst="rect">
            <a:avLst/>
          </a:prstGeom>
          <a:solidFill>
            <a:srgbClr val="F3E8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38500" y="0"/>
            <a:ext cx="190500" cy="6858000"/>
          </a:xfrm>
          <a:prstGeom prst="rect">
            <a:avLst/>
          </a:prstGeom>
          <a:solidFill>
            <a:srgbClr val="F3E8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9000" y="0"/>
            <a:ext cx="190500" cy="6858000"/>
          </a:xfrm>
          <a:prstGeom prst="rect">
            <a:avLst/>
          </a:prstGeom>
          <a:solidFill>
            <a:srgbClr val="F3E8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19500" y="0"/>
            <a:ext cx="190500" cy="6858000"/>
          </a:xfrm>
          <a:prstGeom prst="rect">
            <a:avLst/>
          </a:prstGeom>
          <a:solidFill>
            <a:srgbClr val="F3E8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10000" y="0"/>
            <a:ext cx="190500" cy="6858000"/>
          </a:xfrm>
          <a:prstGeom prst="rect">
            <a:avLst/>
          </a:prstGeom>
          <a:solidFill>
            <a:srgbClr val="F3E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00500" y="0"/>
            <a:ext cx="190500" cy="6858000"/>
          </a:xfrm>
          <a:prstGeom prst="rect">
            <a:avLst/>
          </a:prstGeom>
          <a:solidFill>
            <a:srgbClr val="F4E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90999" y="0"/>
            <a:ext cx="190500" cy="6858000"/>
          </a:xfrm>
          <a:prstGeom prst="rect">
            <a:avLst/>
          </a:prstGeom>
          <a:solidFill>
            <a:srgbClr val="F4E8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1500" y="0"/>
            <a:ext cx="190500" cy="6858000"/>
          </a:xfrm>
          <a:prstGeom prst="rect">
            <a:avLst/>
          </a:prstGeom>
          <a:solidFill>
            <a:srgbClr val="F4E8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0"/>
            <a:ext cx="190500" cy="6858000"/>
          </a:xfrm>
          <a:prstGeom prst="rect">
            <a:avLst/>
          </a:prstGeom>
          <a:solidFill>
            <a:srgbClr val="F4E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62500" y="0"/>
            <a:ext cx="190500" cy="6858000"/>
          </a:xfrm>
          <a:prstGeom prst="rect">
            <a:avLst/>
          </a:prstGeom>
          <a:solidFill>
            <a:srgbClr val="F4E7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53000" y="0"/>
            <a:ext cx="190500" cy="6858000"/>
          </a:xfrm>
          <a:prstGeom prst="rect">
            <a:avLst/>
          </a:prstGeom>
          <a:solidFill>
            <a:srgbClr val="F5E7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43500" y="0"/>
            <a:ext cx="190500" cy="6858000"/>
          </a:xfrm>
          <a:prstGeom prst="rect">
            <a:avLst/>
          </a:prstGeom>
          <a:solidFill>
            <a:srgbClr val="F5E7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34000" y="0"/>
            <a:ext cx="190500" cy="6858000"/>
          </a:xfrm>
          <a:prstGeom prst="rect">
            <a:avLst/>
          </a:prstGeom>
          <a:solidFill>
            <a:srgbClr val="F5E7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24500" y="0"/>
            <a:ext cx="190500" cy="6858000"/>
          </a:xfrm>
          <a:prstGeom prst="rect">
            <a:avLst/>
          </a:prstGeom>
          <a:solidFill>
            <a:srgbClr val="F5E7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15000" y="0"/>
            <a:ext cx="190500" cy="6858000"/>
          </a:xfrm>
          <a:prstGeom prst="rect">
            <a:avLst/>
          </a:prstGeom>
          <a:solidFill>
            <a:srgbClr val="F5E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05500" y="0"/>
            <a:ext cx="190500" cy="6858000"/>
          </a:xfrm>
          <a:prstGeom prst="rect">
            <a:avLst/>
          </a:prstGeom>
          <a:solidFill>
            <a:srgbClr val="F5E7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96000" y="0"/>
            <a:ext cx="190500" cy="6858000"/>
          </a:xfrm>
          <a:prstGeom prst="rect">
            <a:avLst/>
          </a:prstGeom>
          <a:solidFill>
            <a:srgbClr val="F6E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86500" y="0"/>
            <a:ext cx="190500" cy="6858000"/>
          </a:xfrm>
          <a:prstGeom prst="rect">
            <a:avLst/>
          </a:prstGeom>
          <a:solidFill>
            <a:srgbClr val="F6E7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77000" y="0"/>
            <a:ext cx="190500" cy="6858000"/>
          </a:xfrm>
          <a:prstGeom prst="rect">
            <a:avLst/>
          </a:prstGeom>
          <a:solidFill>
            <a:srgbClr val="F6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67500" y="0"/>
            <a:ext cx="190500" cy="6858000"/>
          </a:xfrm>
          <a:prstGeom prst="rect">
            <a:avLst/>
          </a:prstGeom>
          <a:solidFill>
            <a:srgbClr val="F6E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0" y="0"/>
            <a:ext cx="190500" cy="6858000"/>
          </a:xfrm>
          <a:prstGeom prst="rect">
            <a:avLst/>
          </a:prstGeom>
          <a:solidFill>
            <a:srgbClr val="F6E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48500" y="0"/>
            <a:ext cx="190500" cy="6858000"/>
          </a:xfrm>
          <a:prstGeom prst="rect">
            <a:avLst/>
          </a:prstGeom>
          <a:solidFill>
            <a:srgbClr val="F6E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39000" y="0"/>
            <a:ext cx="190500" cy="6858000"/>
          </a:xfrm>
          <a:prstGeom prst="rect">
            <a:avLst/>
          </a:prstGeom>
          <a:solidFill>
            <a:srgbClr val="F7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29500" y="0"/>
            <a:ext cx="190500" cy="6858000"/>
          </a:xfrm>
          <a:prstGeom prst="rect">
            <a:avLst/>
          </a:prstGeom>
          <a:solidFill>
            <a:srgbClr val="F7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20000" y="0"/>
            <a:ext cx="190500" cy="6858000"/>
          </a:xfrm>
          <a:prstGeom prst="rect">
            <a:avLst/>
          </a:prstGeom>
          <a:solidFill>
            <a:srgbClr val="F7E6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810499" y="0"/>
            <a:ext cx="190500" cy="6858000"/>
          </a:xfrm>
          <a:prstGeom prst="rect">
            <a:avLst/>
          </a:prstGeom>
          <a:solidFill>
            <a:srgbClr val="F7E6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01000" y="0"/>
            <a:ext cx="190500" cy="6858000"/>
          </a:xfrm>
          <a:prstGeom prst="rect">
            <a:avLst/>
          </a:prstGeom>
          <a:solidFill>
            <a:srgbClr val="F7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91500" y="0"/>
            <a:ext cx="190500" cy="6858000"/>
          </a:xfrm>
          <a:prstGeom prst="rect">
            <a:avLst/>
          </a:prstGeom>
          <a:solidFill>
            <a:srgbClr val="F8E6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81999" y="0"/>
            <a:ext cx="190500" cy="6858000"/>
          </a:xfrm>
          <a:prstGeom prst="rect">
            <a:avLst/>
          </a:prstGeom>
          <a:solidFill>
            <a:srgbClr val="F8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72500" y="0"/>
            <a:ext cx="190500" cy="6858000"/>
          </a:xfrm>
          <a:prstGeom prst="rect">
            <a:avLst/>
          </a:prstGeom>
          <a:solidFill>
            <a:srgbClr val="F8E6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763000" y="0"/>
            <a:ext cx="190500" cy="6858000"/>
          </a:xfrm>
          <a:prstGeom prst="rect">
            <a:avLst/>
          </a:prstGeom>
          <a:solidFill>
            <a:srgbClr val="F8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53500" y="0"/>
            <a:ext cx="190500" cy="6858000"/>
          </a:xfrm>
          <a:prstGeom prst="rect">
            <a:avLst/>
          </a:prstGeom>
          <a:solidFill>
            <a:srgbClr val="F8E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44000" y="0"/>
            <a:ext cx="190500" cy="6858000"/>
          </a:xfrm>
          <a:prstGeom prst="rect">
            <a:avLst/>
          </a:prstGeom>
          <a:solidFill>
            <a:srgbClr val="F8E6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34500" y="0"/>
            <a:ext cx="190500" cy="6858000"/>
          </a:xfrm>
          <a:prstGeom prst="rect">
            <a:avLst/>
          </a:prstGeom>
          <a:solidFill>
            <a:srgbClr val="F9E6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525000" y="0"/>
            <a:ext cx="190500" cy="6858000"/>
          </a:xfrm>
          <a:prstGeom prst="rect">
            <a:avLst/>
          </a:prstGeom>
          <a:solidFill>
            <a:srgbClr val="F9E6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715500" y="0"/>
            <a:ext cx="190500" cy="6858000"/>
          </a:xfrm>
          <a:prstGeom prst="rect">
            <a:avLst/>
          </a:prstGeom>
          <a:solidFill>
            <a:srgbClr val="F9E6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906000" y="0"/>
            <a:ext cx="190500" cy="6858000"/>
          </a:xfrm>
          <a:prstGeom prst="rect">
            <a:avLst/>
          </a:prstGeom>
          <a:solidFill>
            <a:srgbClr val="F9E6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096500" y="0"/>
            <a:ext cx="190500" cy="6858000"/>
          </a:xfrm>
          <a:prstGeom prst="rect">
            <a:avLst/>
          </a:prstGeom>
          <a:solidFill>
            <a:srgbClr val="F9E6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287000" y="0"/>
            <a:ext cx="190500" cy="6858000"/>
          </a:xfrm>
          <a:prstGeom prst="rect">
            <a:avLst/>
          </a:prstGeom>
          <a:solidFill>
            <a:srgbClr val="F9E6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477500" y="0"/>
            <a:ext cx="190500" cy="6858000"/>
          </a:xfrm>
          <a:prstGeom prst="rect">
            <a:avLst/>
          </a:prstGeom>
          <a:solidFill>
            <a:srgbClr val="FAE6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668000" y="0"/>
            <a:ext cx="190500" cy="6858000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858500" y="0"/>
            <a:ext cx="190500" cy="6858000"/>
          </a:xfrm>
          <a:prstGeom prst="rect">
            <a:avLst/>
          </a:prstGeom>
          <a:solidFill>
            <a:srgbClr val="FAE5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049000" y="0"/>
            <a:ext cx="190500" cy="6858000"/>
          </a:xfrm>
          <a:prstGeom prst="rect">
            <a:avLst/>
          </a:prstGeom>
          <a:solidFill>
            <a:srgbClr val="FAE5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239500" y="0"/>
            <a:ext cx="190500" cy="6858000"/>
          </a:xfrm>
          <a:prstGeom prst="rect">
            <a:avLst/>
          </a:prstGeom>
          <a:solidFill>
            <a:srgbClr val="FAE5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430000" y="0"/>
            <a:ext cx="190500" cy="6858000"/>
          </a:xfrm>
          <a:prstGeom prst="rect">
            <a:avLst/>
          </a:prstGeom>
          <a:solidFill>
            <a:srgbClr val="FAE5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620500" y="0"/>
            <a:ext cx="190500" cy="6858000"/>
          </a:xfrm>
          <a:prstGeom prst="rect">
            <a:avLst/>
          </a:prstGeom>
          <a:solidFill>
            <a:srgbClr val="FBE5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811000" y="0"/>
            <a:ext cx="190500" cy="6858000"/>
          </a:xfrm>
          <a:prstGeom prst="rect">
            <a:avLst/>
          </a:prstGeom>
          <a:solidFill>
            <a:srgbClr val="FBE5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2001500" y="0"/>
            <a:ext cx="190500" cy="6858000"/>
          </a:xfrm>
          <a:prstGeom prst="rect">
            <a:avLst/>
          </a:prstGeom>
          <a:solidFill>
            <a:srgbClr val="FBE5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20125" y="1314450"/>
            <a:ext cx="2381250" cy="2381250"/>
          </a:xfrm>
          <a:prstGeom prst="ellipse">
            <a:avLst/>
          </a:prstGeom>
          <a:solidFill>
            <a:srgbClr val="C9B4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563100" y="3171825"/>
            <a:ext cx="1619250" cy="1619250"/>
          </a:xfrm>
          <a:prstGeom prst="ellipse">
            <a:avLst/>
          </a:prstGeom>
          <a:solidFill>
            <a:srgbClr val="EDC0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915275" y="3324225"/>
            <a:ext cx="1809750" cy="1809750"/>
          </a:xfrm>
          <a:prstGeom prst="ellipse">
            <a:avLst/>
          </a:prstGeom>
          <a:noFill/>
          <a:ln w="28575">
            <a:solidFill>
              <a:srgbClr val="8461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5800" y="552450"/>
            <a:ext cx="9525000" cy="26908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18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8461BA"/>
                </a:solidFill>
                <a:latin typeface="WenQuanYi Micro Hei"/>
                <a:ea typeface="WenQuanYi Micro Hei"/>
              </a:rPr>
              <a:t>VISION / POSSIBILITY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2076450"/>
            <a:ext cx="7143750" cy="17735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682"/>
              </a:lnSpc>
              <a:spcBef>
                <a:spcPts val="0"/>
              </a:spcBef>
              <a:spcAft>
                <a:spcPts val="0"/>
              </a:spcAft>
            </a:pPr>
            <a:r>
              <a:rPr sz="4950" b="1">
                <a:solidFill>
                  <a:srgbClr val="47356B"/>
                </a:solidFill>
                <a:latin typeface="WenQuanYi Micro Hei"/>
                <a:ea typeface="WenQuanYi Micro Hei"/>
              </a:rPr>
              <a:t>每个想法</a:t>
            </a:r>
          </a:p>
          <a:p>
            <a:pPr algn="l">
              <a:lnSpc>
                <a:spcPts val="6682"/>
              </a:lnSpc>
              <a:spcBef>
                <a:spcPts val="0"/>
              </a:spcBef>
              <a:spcAft>
                <a:spcPts val="0"/>
              </a:spcAft>
            </a:pPr>
            <a:r>
              <a:rPr sz="4950" b="1">
                <a:solidFill>
                  <a:srgbClr val="47356B"/>
                </a:solidFill>
                <a:latin typeface="WenQuanYi Micro Hei"/>
                <a:ea typeface="WenQuanYi Micro Hei"/>
              </a:rPr>
              <a:t>都有新的光芒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3425" y="4038600"/>
            <a:ext cx="685800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79658E"/>
                </a:solidFill>
                <a:latin typeface="WenQuanYi Micro Hei"/>
                <a:ea typeface="WenQuanYi Micro Hei"/>
              </a:rPr>
              <a:t>在这里填写你的主题与副标题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3425" y="5372100"/>
            <a:ext cx="6858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7356B"/>
                </a:solidFill>
                <a:latin typeface="WenQuanYi Micro Hei"/>
                <a:ea typeface="WenQuanYi Micro Hei"/>
              </a:rPr>
              <a:t>分享人：你的名字  /  20XX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3425" y="6305550"/>
            <a:ext cx="6858000" cy="2433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16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79658E"/>
                </a:solidFill>
                <a:latin typeface="WenQuanYi Micro Hei"/>
                <a:ea typeface="WenQuanYi Micro Hei"/>
              </a:rPr>
              <a:t>OPEN OFFICE  ·  紫霞愿景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1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800100"/>
            <a:ext cx="10572750" cy="74485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657"/>
              </a:lnSpc>
              <a:spcBef>
                <a:spcPts val="0"/>
              </a:spcBef>
              <a:spcAft>
                <a:spcPts val="0"/>
              </a:spcAft>
            </a:pPr>
            <a:r>
              <a:rPr sz="3450" b="1">
                <a:solidFill>
                  <a:srgbClr val="47356B"/>
                </a:solidFill>
                <a:latin typeface="WenQuanYi Micro Hei"/>
                <a:ea typeface="WenQuanYi Micro Hei"/>
              </a:rPr>
              <a:t>在这里填写内容标题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57325"/>
            <a:ext cx="1057275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47356B"/>
                </a:solidFill>
                <a:latin typeface="WenQuanYi Micro Hei"/>
                <a:ea typeface="WenQuanYi Micro Hei"/>
              </a:rPr>
              <a:t>把宏大的愿景，拆解成清晰的表达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505075"/>
            <a:ext cx="3448050" cy="3009900"/>
          </a:xfrm>
          <a:prstGeom prst="rect">
            <a:avLst/>
          </a:prstGeom>
          <a:solidFill>
            <a:srgbClr val="EAE0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925" y="2771775"/>
            <a:ext cx="457200" cy="457200"/>
          </a:xfrm>
          <a:prstGeom prst="ellipse">
            <a:avLst/>
          </a:prstGeom>
          <a:solidFill>
            <a:srgbClr val="8461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925" y="2819400"/>
            <a:ext cx="4572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54330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47356B"/>
                </a:solidFill>
                <a:latin typeface="WenQuanYi Micro Hei"/>
                <a:ea typeface="WenQuanYi Micro Hei"/>
              </a:rPr>
              <a:t>描绘愿景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4162424"/>
            <a:ext cx="29527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9658E"/>
                </a:solidFill>
                <a:latin typeface="WenQuanYi Micro Hei"/>
                <a:ea typeface="WenQuanYi Micro Hei"/>
              </a:rPr>
              <a:t>在这里填写内容要点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9658E"/>
                </a:solidFill>
                <a:latin typeface="WenQuanYi Micro Hei"/>
                <a:ea typeface="WenQuanYi Micro Hei"/>
              </a:rPr>
              <a:t>为听众呈现清晰的方向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9658E"/>
                </a:solidFill>
                <a:latin typeface="WenQuanYi Micro Hei"/>
                <a:ea typeface="WenQuanYi Micro Hei"/>
              </a:rPr>
              <a:t>让想法连接更多可能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1975" y="2505075"/>
            <a:ext cx="3448050" cy="3009900"/>
          </a:xfrm>
          <a:prstGeom prst="rect">
            <a:avLst/>
          </a:prstGeom>
          <a:solidFill>
            <a:srgbClr val="EEE3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0100" y="2771775"/>
            <a:ext cx="457200" cy="457200"/>
          </a:xfrm>
          <a:prstGeom prst="ellipse">
            <a:avLst/>
          </a:prstGeom>
          <a:solidFill>
            <a:srgbClr val="A382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0100" y="2819400"/>
            <a:ext cx="4572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8675" y="354330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47356B"/>
                </a:solidFill>
                <a:latin typeface="WenQuanYi Micro Hei"/>
                <a:ea typeface="WenQuanYi Micro Hei"/>
              </a:rPr>
              <a:t>聚焦价值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8675" y="4162424"/>
            <a:ext cx="29527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9658E"/>
                </a:solidFill>
                <a:latin typeface="WenQuanYi Micro Hei"/>
                <a:ea typeface="WenQuanYi Micro Hei"/>
              </a:rPr>
              <a:t>在这里填写内容要点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9658E"/>
                </a:solidFill>
                <a:latin typeface="WenQuanYi Micro Hei"/>
                <a:ea typeface="WenQuanYi Micro Hei"/>
              </a:rPr>
              <a:t>为听众呈现清晰的方向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9658E"/>
                </a:solidFill>
                <a:latin typeface="WenQuanYi Micro Hei"/>
                <a:ea typeface="WenQuanYi Micro Hei"/>
              </a:rPr>
              <a:t>让想法连接更多可能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8150" y="2505075"/>
            <a:ext cx="3448050" cy="3009900"/>
          </a:xfrm>
          <a:prstGeom prst="rect">
            <a:avLst/>
          </a:prstGeom>
          <a:solidFill>
            <a:srgbClr val="F5E3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96274" y="2771775"/>
            <a:ext cx="457200" cy="457200"/>
          </a:xfrm>
          <a:prstGeom prst="ellipse">
            <a:avLst/>
          </a:prstGeom>
          <a:solidFill>
            <a:srgbClr val="BC8C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6274" y="2819400"/>
            <a:ext cx="4572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4849" y="3543300"/>
            <a:ext cx="295275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47356B"/>
                </a:solidFill>
                <a:latin typeface="WenQuanYi Micro Hei"/>
                <a:ea typeface="WenQuanYi Micro Hei"/>
              </a:rPr>
              <a:t>一起实现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4849" y="4162424"/>
            <a:ext cx="2952750" cy="9905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9658E"/>
                </a:solidFill>
                <a:latin typeface="WenQuanYi Micro Hei"/>
                <a:ea typeface="WenQuanYi Micro Hei"/>
              </a:rPr>
              <a:t>在这里填写内容要点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9658E"/>
                </a:solidFill>
                <a:latin typeface="WenQuanYi Micro Hei"/>
                <a:ea typeface="WenQuanYi Micro Hei"/>
              </a:rPr>
              <a:t>为听众呈现清晰的方向</a:t>
            </a:r>
          </a:p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79658E"/>
                </a:solidFill>
                <a:latin typeface="WenQuanYi Micro Hei"/>
                <a:ea typeface="WenQuanYi Micro Hei"/>
              </a:rPr>
              <a:t>让想法连接更多可能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DECEE9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9658E"/>
                </a:solidFill>
                <a:latin typeface="WenQuanYi Micro Hei"/>
                <a:ea typeface="WenQuanYi Micro Hei"/>
              </a:rPr>
              <a:t>OPEN OFFICE  /  紫霞愿景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9658E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E9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E3D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0500" y="0"/>
            <a:ext cx="190500" cy="6858000"/>
          </a:xfrm>
          <a:prstGeom prst="rect">
            <a:avLst/>
          </a:prstGeom>
          <a:solidFill>
            <a:srgbClr val="E3D5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00" y="0"/>
            <a:ext cx="190500" cy="6858000"/>
          </a:xfrm>
          <a:prstGeom prst="rect">
            <a:avLst/>
          </a:prstGeom>
          <a:solidFill>
            <a:srgbClr val="E4D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0"/>
            <a:ext cx="190500" cy="6858000"/>
          </a:xfrm>
          <a:prstGeom prst="rect">
            <a:avLst/>
          </a:prstGeom>
          <a:solidFill>
            <a:srgbClr val="E4D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0"/>
            <a:ext cx="190500" cy="6858000"/>
          </a:xfrm>
          <a:prstGeom prst="rect">
            <a:avLst/>
          </a:prstGeom>
          <a:solidFill>
            <a:srgbClr val="E4D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500" y="0"/>
            <a:ext cx="190500" cy="6858000"/>
          </a:xfrm>
          <a:prstGeom prst="rect">
            <a:avLst/>
          </a:prstGeom>
          <a:solidFill>
            <a:srgbClr val="E5D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0"/>
            <a:ext cx="190500" cy="6858000"/>
          </a:xfrm>
          <a:prstGeom prst="rect">
            <a:avLst/>
          </a:prstGeom>
          <a:solidFill>
            <a:srgbClr val="E5D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33500" y="0"/>
            <a:ext cx="190500" cy="6858000"/>
          </a:xfrm>
          <a:prstGeom prst="rect">
            <a:avLst/>
          </a:prstGeom>
          <a:solidFill>
            <a:srgbClr val="E5D5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24000" y="0"/>
            <a:ext cx="190500" cy="6858000"/>
          </a:xfrm>
          <a:prstGeom prst="rect">
            <a:avLst/>
          </a:prstGeom>
          <a:solidFill>
            <a:srgbClr val="E6D6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0"/>
            <a:ext cx="190500" cy="6858000"/>
          </a:xfrm>
          <a:prstGeom prst="rect">
            <a:avLst/>
          </a:prstGeom>
          <a:solidFill>
            <a:srgbClr val="E6D6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05000" y="0"/>
            <a:ext cx="190500" cy="6858000"/>
          </a:xfrm>
          <a:prstGeom prst="rect">
            <a:avLst/>
          </a:prstGeom>
          <a:solidFill>
            <a:srgbClr val="E6D6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95499" y="0"/>
            <a:ext cx="190500" cy="6858000"/>
          </a:xfrm>
          <a:prstGeom prst="rect">
            <a:avLst/>
          </a:prstGeom>
          <a:solidFill>
            <a:srgbClr val="E6D6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0"/>
            <a:ext cx="190500" cy="6858000"/>
          </a:xfrm>
          <a:prstGeom prst="rect">
            <a:avLst/>
          </a:prstGeom>
          <a:solidFill>
            <a:srgbClr val="E7D6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76500" y="0"/>
            <a:ext cx="190500" cy="6858000"/>
          </a:xfrm>
          <a:prstGeom prst="rect">
            <a:avLst/>
          </a:prstGeom>
          <a:solidFill>
            <a:srgbClr val="E7D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67000" y="0"/>
            <a:ext cx="190500" cy="6858000"/>
          </a:xfrm>
          <a:prstGeom prst="rect">
            <a:avLst/>
          </a:prstGeom>
          <a:solidFill>
            <a:srgbClr val="E7D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57500" y="0"/>
            <a:ext cx="190500" cy="6858000"/>
          </a:xfrm>
          <a:prstGeom prst="rect">
            <a:avLst/>
          </a:prstGeom>
          <a:solidFill>
            <a:srgbClr val="E8D6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48000" y="0"/>
            <a:ext cx="190500" cy="6858000"/>
          </a:xfrm>
          <a:prstGeom prst="rect">
            <a:avLst/>
          </a:prstGeom>
          <a:solidFill>
            <a:srgbClr val="E8D6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38500" y="0"/>
            <a:ext cx="190500" cy="6858000"/>
          </a:xfrm>
          <a:prstGeom prst="rect">
            <a:avLst/>
          </a:prstGeom>
          <a:solidFill>
            <a:srgbClr val="E8D6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9000" y="0"/>
            <a:ext cx="190500" cy="6858000"/>
          </a:xfrm>
          <a:prstGeom prst="rect">
            <a:avLst/>
          </a:prstGeom>
          <a:solidFill>
            <a:srgbClr val="E9D6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19500" y="0"/>
            <a:ext cx="190500" cy="6858000"/>
          </a:xfrm>
          <a:prstGeom prst="rect">
            <a:avLst/>
          </a:prstGeom>
          <a:solidFill>
            <a:srgbClr val="E9D6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10000" y="0"/>
            <a:ext cx="190500" cy="6858000"/>
          </a:xfrm>
          <a:prstGeom prst="rect">
            <a:avLst/>
          </a:prstGeom>
          <a:solidFill>
            <a:srgbClr val="E9D6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00500" y="0"/>
            <a:ext cx="190500" cy="6858000"/>
          </a:xfrm>
          <a:prstGeom prst="rect">
            <a:avLst/>
          </a:prstGeom>
          <a:solidFill>
            <a:srgbClr val="EAD6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90999" y="0"/>
            <a:ext cx="190500" cy="6858000"/>
          </a:xfrm>
          <a:prstGeom prst="rect">
            <a:avLst/>
          </a:prstGeom>
          <a:solidFill>
            <a:srgbClr val="EAD6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1500" y="0"/>
            <a:ext cx="190500" cy="6858000"/>
          </a:xfrm>
          <a:prstGeom prst="rect">
            <a:avLst/>
          </a:prstGeom>
          <a:solidFill>
            <a:srgbClr val="EAD6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0"/>
            <a:ext cx="190500" cy="6858000"/>
          </a:xfrm>
          <a:prstGeom prst="rect">
            <a:avLst/>
          </a:prstGeom>
          <a:solidFill>
            <a:srgbClr val="EBD7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62500" y="0"/>
            <a:ext cx="190500" cy="6858000"/>
          </a:xfrm>
          <a:prstGeom prst="rect">
            <a:avLst/>
          </a:prstGeom>
          <a:solidFill>
            <a:srgbClr val="EBD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53000" y="0"/>
            <a:ext cx="190500" cy="6858000"/>
          </a:xfrm>
          <a:prstGeom prst="rect">
            <a:avLst/>
          </a:prstGeom>
          <a:solidFill>
            <a:srgbClr val="EBD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43500" y="0"/>
            <a:ext cx="190500" cy="6858000"/>
          </a:xfrm>
          <a:prstGeom prst="rect">
            <a:avLst/>
          </a:prstGeom>
          <a:solidFill>
            <a:srgbClr val="ECD7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34000" y="0"/>
            <a:ext cx="190500" cy="6858000"/>
          </a:xfrm>
          <a:prstGeom prst="rect">
            <a:avLst/>
          </a:prstGeom>
          <a:solidFill>
            <a:srgbClr val="ECD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24500" y="0"/>
            <a:ext cx="190500" cy="6858000"/>
          </a:xfrm>
          <a:prstGeom prst="rect">
            <a:avLst/>
          </a:prstGeom>
          <a:solidFill>
            <a:srgbClr val="ECD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15000" y="0"/>
            <a:ext cx="190500" cy="6858000"/>
          </a:xfrm>
          <a:prstGeom prst="rect">
            <a:avLst/>
          </a:prstGeom>
          <a:solidFill>
            <a:srgbClr val="EDD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05500" y="0"/>
            <a:ext cx="190500" cy="6858000"/>
          </a:xfrm>
          <a:prstGeom prst="rect">
            <a:avLst/>
          </a:prstGeom>
          <a:solidFill>
            <a:srgbClr val="EDD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96000" y="0"/>
            <a:ext cx="190500" cy="6858000"/>
          </a:xfrm>
          <a:prstGeom prst="rect">
            <a:avLst/>
          </a:prstGeom>
          <a:solidFill>
            <a:srgbClr val="EDD7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86500" y="0"/>
            <a:ext cx="190500" cy="6858000"/>
          </a:xfrm>
          <a:prstGeom prst="rect">
            <a:avLst/>
          </a:prstGeom>
          <a:solidFill>
            <a:srgbClr val="EDD7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77000" y="0"/>
            <a:ext cx="190500" cy="6858000"/>
          </a:xfrm>
          <a:prstGeom prst="rect">
            <a:avLst/>
          </a:prstGeom>
          <a:solidFill>
            <a:srgbClr val="EED7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667500" y="0"/>
            <a:ext cx="190500" cy="6858000"/>
          </a:xfrm>
          <a:prstGeom prst="rect">
            <a:avLst/>
          </a:prstGeom>
          <a:solidFill>
            <a:srgbClr val="EED7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0" y="0"/>
            <a:ext cx="190500" cy="6858000"/>
          </a:xfrm>
          <a:prstGeom prst="rect">
            <a:avLst/>
          </a:prstGeom>
          <a:solidFill>
            <a:srgbClr val="EED7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48500" y="0"/>
            <a:ext cx="190500" cy="6858000"/>
          </a:xfrm>
          <a:prstGeom prst="rect">
            <a:avLst/>
          </a:prstGeom>
          <a:solidFill>
            <a:srgbClr val="EFD7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39000" y="0"/>
            <a:ext cx="190500" cy="6858000"/>
          </a:xfrm>
          <a:prstGeom prst="rect">
            <a:avLst/>
          </a:prstGeom>
          <a:solidFill>
            <a:srgbClr val="EFD7E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429500" y="0"/>
            <a:ext cx="190500" cy="6858000"/>
          </a:xfrm>
          <a:prstGeom prst="rect">
            <a:avLst/>
          </a:prstGeom>
          <a:solidFill>
            <a:srgbClr val="EFD7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20000" y="0"/>
            <a:ext cx="190500" cy="6858000"/>
          </a:xfrm>
          <a:prstGeom prst="rect">
            <a:avLst/>
          </a:prstGeom>
          <a:solidFill>
            <a:srgbClr val="F0D8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810499" y="0"/>
            <a:ext cx="190500" cy="6858000"/>
          </a:xfrm>
          <a:prstGeom prst="rect">
            <a:avLst/>
          </a:prstGeom>
          <a:solidFill>
            <a:srgbClr val="F0D8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01000" y="0"/>
            <a:ext cx="190500" cy="6858000"/>
          </a:xfrm>
          <a:prstGeom prst="rect">
            <a:avLst/>
          </a:prstGeom>
          <a:solidFill>
            <a:srgbClr val="F0D8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91500" y="0"/>
            <a:ext cx="190500" cy="6858000"/>
          </a:xfrm>
          <a:prstGeom prst="rect">
            <a:avLst/>
          </a:prstGeom>
          <a:solidFill>
            <a:srgbClr val="F1D8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81999" y="0"/>
            <a:ext cx="190500" cy="6858000"/>
          </a:xfrm>
          <a:prstGeom prst="rect">
            <a:avLst/>
          </a:prstGeom>
          <a:solidFill>
            <a:srgbClr val="F1D8E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572500" y="0"/>
            <a:ext cx="190500" cy="6858000"/>
          </a:xfrm>
          <a:prstGeom prst="rect">
            <a:avLst/>
          </a:prstGeom>
          <a:solidFill>
            <a:srgbClr val="F1D8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763000" y="0"/>
            <a:ext cx="190500" cy="6858000"/>
          </a:xfrm>
          <a:prstGeom prst="rect">
            <a:avLst/>
          </a:prstGeom>
          <a:solidFill>
            <a:srgbClr val="F2D8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53500" y="0"/>
            <a:ext cx="190500" cy="6858000"/>
          </a:xfrm>
          <a:prstGeom prst="rect">
            <a:avLst/>
          </a:prstGeom>
          <a:solidFill>
            <a:srgbClr val="F2D8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44000" y="0"/>
            <a:ext cx="190500" cy="6858000"/>
          </a:xfrm>
          <a:prstGeom prst="rect">
            <a:avLst/>
          </a:prstGeom>
          <a:solidFill>
            <a:srgbClr val="F2D8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34500" y="0"/>
            <a:ext cx="190500" cy="6858000"/>
          </a:xfrm>
          <a:prstGeom prst="rect">
            <a:avLst/>
          </a:prstGeom>
          <a:solidFill>
            <a:srgbClr val="F3D8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525000" y="0"/>
            <a:ext cx="190500" cy="6858000"/>
          </a:xfrm>
          <a:prstGeom prst="rect">
            <a:avLst/>
          </a:prstGeom>
          <a:solidFill>
            <a:srgbClr val="F3D8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715500" y="0"/>
            <a:ext cx="190500" cy="6858000"/>
          </a:xfrm>
          <a:prstGeom prst="rect">
            <a:avLst/>
          </a:prstGeom>
          <a:solidFill>
            <a:srgbClr val="F3D8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906000" y="0"/>
            <a:ext cx="190500" cy="6858000"/>
          </a:xfrm>
          <a:prstGeom prst="rect">
            <a:avLst/>
          </a:prstGeom>
          <a:solidFill>
            <a:srgbClr val="F4D8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096500" y="0"/>
            <a:ext cx="190500" cy="6858000"/>
          </a:xfrm>
          <a:prstGeom prst="rect">
            <a:avLst/>
          </a:prstGeom>
          <a:solidFill>
            <a:srgbClr val="F4D8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287000" y="0"/>
            <a:ext cx="190500" cy="6858000"/>
          </a:xfrm>
          <a:prstGeom prst="rect">
            <a:avLst/>
          </a:prstGeom>
          <a:solidFill>
            <a:srgbClr val="F4D8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477500" y="0"/>
            <a:ext cx="190500" cy="6858000"/>
          </a:xfrm>
          <a:prstGeom prst="rect">
            <a:avLst/>
          </a:prstGeom>
          <a:solidFill>
            <a:srgbClr val="F4D8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668000" y="0"/>
            <a:ext cx="190500" cy="6858000"/>
          </a:xfrm>
          <a:prstGeom prst="rect">
            <a:avLst/>
          </a:prstGeom>
          <a:solidFill>
            <a:srgbClr val="F5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858500" y="0"/>
            <a:ext cx="190500" cy="6858000"/>
          </a:xfrm>
          <a:prstGeom prst="rect">
            <a:avLst/>
          </a:prstGeom>
          <a:solidFill>
            <a:srgbClr val="F5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049000" y="0"/>
            <a:ext cx="190500" cy="6858000"/>
          </a:xfrm>
          <a:prstGeom prst="rect">
            <a:avLst/>
          </a:prstGeom>
          <a:solidFill>
            <a:srgbClr val="F5D9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239500" y="0"/>
            <a:ext cx="190500" cy="6858000"/>
          </a:xfrm>
          <a:prstGeom prst="rect">
            <a:avLst/>
          </a:prstGeom>
          <a:solidFill>
            <a:srgbClr val="F6D9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430000" y="0"/>
            <a:ext cx="190500" cy="6858000"/>
          </a:xfrm>
          <a:prstGeom prst="rect">
            <a:avLst/>
          </a:prstGeom>
          <a:solidFill>
            <a:srgbClr val="F6D9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620500" y="0"/>
            <a:ext cx="190500" cy="6858000"/>
          </a:xfrm>
          <a:prstGeom prst="rect">
            <a:avLst/>
          </a:prstGeom>
          <a:solidFill>
            <a:srgbClr val="F6D9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1811000" y="0"/>
            <a:ext cx="190500" cy="6858000"/>
          </a:xfrm>
          <a:prstGeom prst="rect">
            <a:avLst/>
          </a:prstGeom>
          <a:solidFill>
            <a:srgbClr val="F7D9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2001500" y="0"/>
            <a:ext cx="190500" cy="6858000"/>
          </a:xfrm>
          <a:prstGeom prst="rect">
            <a:avLst/>
          </a:prstGeom>
          <a:solidFill>
            <a:srgbClr val="F7D9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62000" y="1057275"/>
            <a:ext cx="1762125" cy="1762125"/>
          </a:xfrm>
          <a:prstGeom prst="ellipse">
            <a:avLst/>
          </a:prstGeom>
          <a:solidFill>
            <a:srgbClr val="D4BC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906000" y="4257675"/>
            <a:ext cx="1333500" cy="1333500"/>
          </a:xfrm>
          <a:prstGeom prst="ellipse">
            <a:avLst/>
          </a:prstGeom>
          <a:solidFill>
            <a:srgbClr val="EDC0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714500" y="2343150"/>
            <a:ext cx="8763000" cy="14897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315"/>
              </a:lnSpc>
              <a:spcBef>
                <a:spcPts val="0"/>
              </a:spcBef>
              <a:spcAft>
                <a:spcPts val="0"/>
              </a:spcAft>
            </a:pPr>
            <a:r>
              <a:rPr sz="6900" b="1">
                <a:solidFill>
                  <a:srgbClr val="47356B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14500" y="3743325"/>
            <a:ext cx="8763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79658E"/>
                </a:solidFill>
                <a:latin typeface="WenQuanYi Micro Hei"/>
                <a:ea typeface="WenQuanYi Micro Hei"/>
              </a:rPr>
              <a:t>让想法发光，让未来发生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紫霞愿景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