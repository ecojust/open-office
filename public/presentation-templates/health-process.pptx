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医疗健康·就诊流程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74448"/>
                </a:solidFill>
                <a:latin typeface="WenQuanYi Micro Hei"/>
                <a:ea typeface="WenQuanYi Micro Hei"/>
              </a:rPr>
              <a:t>连接每一次就诊体验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8985"/>
                </a:solidFill>
                <a:latin typeface="WenQuanYi Micro Hei"/>
                <a:ea typeface="WenQuanYi Micro Hei"/>
              </a:rPr>
              <a:t>01  患者需求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8985"/>
                </a:solidFill>
                <a:latin typeface="WenQuanYi Micro Hei"/>
                <a:ea typeface="WenQuanYi Micro Hei"/>
              </a:rPr>
              <a:t>02  服务能力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68985"/>
                </a:solidFill>
                <a:latin typeface="WenQuanYi Micro Hei"/>
                <a:ea typeface="WenQuanYi Micro Hei"/>
              </a:rPr>
              <a:t>03  健康结果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49847" y="3203829"/>
            <a:ext cx="750379" cy="2193417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28329" y="3925347"/>
            <a:ext cx="2193417" cy="75037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28329" y="4415980"/>
            <a:ext cx="490632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9218961" y="3954208"/>
            <a:ext cx="288608" cy="461772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9507569" y="3954208"/>
            <a:ext cx="346329" cy="894683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9853898" y="4156233"/>
            <a:ext cx="404050" cy="692658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0257948" y="4156233"/>
            <a:ext cx="202026" cy="259747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459974" y="4415980"/>
            <a:ext cx="519493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444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4448"/>
                </a:solidFill>
                <a:latin typeface="WenQuanYi Micro Hei"/>
                <a:ea typeface="WenQuanYi Micro Hei"/>
              </a:rPr>
              <a:t>医疗健康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4448"/>
                </a:solidFill>
                <a:latin typeface="WenQuanYi Micro Hei"/>
                <a:ea typeface="WenQuanYi Micro Hei"/>
              </a:rPr>
              <a:t>连接每一次就诊体验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168985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74448"/>
                </a:solidFill>
                <a:latin typeface="WenQuanYi Micro Hei"/>
                <a:ea typeface="WenQuanYi Micro Hei"/>
              </a:rPr>
              <a:t>评估与分诊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4448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4448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74448"/>
                </a:solidFill>
                <a:latin typeface="WenQuanYi Micro Hei"/>
                <a:ea typeface="WenQuanYi Micro Hei"/>
              </a:rPr>
              <a:t>诊疗与照护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4448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4448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74448"/>
                </a:solidFill>
                <a:latin typeface="WenQuanYi Micro Hei"/>
                <a:ea typeface="WenQuanYi Micro Hei"/>
              </a:rPr>
              <a:t>随访与改善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4448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4448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9F7F3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OPEN OFFICE  /  医疗健康·就诊流程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174448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74448"/>
                </a:solidFill>
                <a:latin typeface="WenQuanYi Micro Hei"/>
                <a:ea typeface="WenQuanYi Micro Hei"/>
              </a:rPr>
              <a:t>专业有温度，服务有回响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68985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医疗健康·就诊流程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