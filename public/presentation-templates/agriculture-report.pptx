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农业食品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丰收报告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4F6E8"/>
                </a:solidFill>
                <a:latin typeface="WenQuanYi Micro Hei"/>
                <a:ea typeface="WenQuanYi Micro Hei"/>
              </a:rPr>
              <a:t>让丰收与品质有据可循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4F6E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90557" y="2323147"/>
            <a:ext cx="0" cy="1777937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9120187" y="2468879"/>
            <a:ext cx="582930" cy="320611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07143" y="2672905"/>
            <a:ext cx="582930" cy="320611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20187" y="2935223"/>
            <a:ext cx="582930" cy="320611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7143" y="3139249"/>
            <a:ext cx="582930" cy="320611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20187" y="3401568"/>
            <a:ext cx="582930" cy="320611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07143" y="3605593"/>
            <a:ext cx="582930" cy="320611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624697" y="4275963"/>
            <a:ext cx="2419159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8624697" y="4421695"/>
            <a:ext cx="2419159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8624697" y="4567428"/>
            <a:ext cx="2419159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6E8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D4B27"/>
                </a:solidFill>
                <a:latin typeface="WenQuanYi Micro Hei"/>
                <a:ea typeface="WenQuanYi Micro Hei"/>
              </a:rPr>
              <a:t>农业食品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让丰收与品质有据可循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3600"/>
            <a:ext cx="3448050" cy="116205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种植面积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7C9441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133600"/>
            <a:ext cx="3448050" cy="116205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品质达标率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7C9441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33600"/>
            <a:ext cx="3448050" cy="116205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6274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产销对接率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4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7C9441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38550"/>
            <a:ext cx="533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4B27"/>
                </a:solidFill>
                <a:latin typeface="WenQuanYi Micro Hei"/>
                <a:ea typeface="WenQuanYi Micro Hei"/>
              </a:rPr>
              <a:t>趋势示意 · 请替换为真实数据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5581650"/>
            <a:ext cx="5000625" cy="0"/>
          </a:xfrm>
          <a:prstGeom prst="line">
            <a:avLst/>
          </a:prstGeom>
          <a:ln w="9525">
            <a:solidFill>
              <a:srgbClr val="3D4B27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952500" y="5029200"/>
            <a:ext cx="504825" cy="55245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5950" y="4743450"/>
            <a:ext cx="504825" cy="83820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4867275"/>
            <a:ext cx="504825" cy="714375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2850" y="4400550"/>
            <a:ext cx="504825" cy="118110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4162424"/>
            <a:ext cx="504825" cy="1419225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225" y="38004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01  产地资源：补充关键观察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44100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02  品质管理：补充关键观察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50196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03  市场连接：补充关键观察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6E8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OPEN OFFICE  /  农业食品·丰收报告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863090" y="2471737"/>
            <a:ext cx="0" cy="1568768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5" name="Oval 4"/>
          <p:cNvSpPr/>
          <p:nvPr/>
        </p:nvSpPr>
        <p:spPr>
          <a:xfrm>
            <a:off x="1271587" y="2600325"/>
            <a:ext cx="514350" cy="282892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2780347"/>
            <a:ext cx="514350" cy="282892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71587" y="3011804"/>
            <a:ext cx="514350" cy="282892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3191827"/>
            <a:ext cx="514350" cy="282892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71587" y="3423285"/>
            <a:ext cx="514350" cy="282892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65960" y="3603307"/>
            <a:ext cx="514350" cy="282892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34390" y="4194809"/>
            <a:ext cx="2134552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34390" y="4323397"/>
            <a:ext cx="2134552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34390" y="4451984"/>
            <a:ext cx="2134552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3D4B2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3D4B27"/>
                </a:solidFill>
                <a:latin typeface="WenQuanYi Micro Hei"/>
                <a:ea typeface="WenQuanYi Micro Hei"/>
              </a:rPr>
              <a:t>一份耕耘，连接美好生活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7C9441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农业食品·丰收报告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