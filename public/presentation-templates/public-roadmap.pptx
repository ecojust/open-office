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公共服务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民生项目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EF5F8"/>
                </a:solidFill>
                <a:latin typeface="WenQuanYi Micro Hei"/>
                <a:ea typeface="WenQuanYi Micro Hei"/>
              </a:rPr>
              <a:t>把民生目标落实到项目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447D9C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EF5F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624697" y="2148268"/>
            <a:ext cx="1224153" cy="612077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848850" y="2148268"/>
            <a:ext cx="1224153" cy="612077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624697" y="2760345"/>
            <a:ext cx="2448306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8887015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40799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94582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48366" y="2935223"/>
            <a:ext cx="291465" cy="116586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2990" y="4217670"/>
            <a:ext cx="2331720" cy="20402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537257" y="4596574"/>
            <a:ext cx="2623185" cy="0"/>
          </a:xfrm>
          <a:prstGeom prst="line">
            <a:avLst/>
          </a:prstGeom>
          <a:ln w="19050">
            <a:solidFill>
              <a:srgbClr val="EEF5F8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EF5F8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94251"/>
                </a:solidFill>
                <a:latin typeface="WenQuanYi Micro Hei"/>
                <a:ea typeface="WenQuanYi Micro Hei"/>
              </a:rPr>
              <a:t>公共服务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把民生目标落实到项目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94251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4251"/>
                </a:solidFill>
                <a:latin typeface="WenQuanYi Micro Hei"/>
                <a:ea typeface="WenQuanYi Micro Hei"/>
              </a:rPr>
              <a:t>咨询受理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94251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4251"/>
                </a:solidFill>
                <a:latin typeface="WenQuanYi Micro Hei"/>
                <a:ea typeface="WenQuanYi Micro Hei"/>
              </a:rPr>
              <a:t>协同办理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94251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94251"/>
                </a:solidFill>
                <a:latin typeface="WenQuanYi Micro Hei"/>
                <a:ea typeface="WenQuanYi Micro Hei"/>
              </a:rPr>
              <a:t>反馈评价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EF5F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OPEN OFFICE  /  公共服务·民生项目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34390" y="2317432"/>
            <a:ext cx="1080135" cy="540068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914525" y="2317432"/>
            <a:ext cx="1080135" cy="540068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834390" y="2857500"/>
            <a:ext cx="2160270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1065847" y="3011804"/>
            <a:ext cx="257175" cy="10287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3011804"/>
            <a:ext cx="257175" cy="10287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43112" y="3011804"/>
            <a:ext cx="257175" cy="10287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1745" y="3011804"/>
            <a:ext cx="257175" cy="1028700"/>
          </a:xfrm>
          <a:prstGeom prst="rect">
            <a:avLst/>
          </a:prstGeom>
          <a:solidFill>
            <a:srgbClr val="EEF5F8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5825" y="4143375"/>
            <a:ext cx="2057400" cy="180022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57237" y="4477702"/>
            <a:ext cx="2314575" cy="0"/>
          </a:xfrm>
          <a:prstGeom prst="line">
            <a:avLst/>
          </a:prstGeom>
          <a:ln w="19050">
            <a:solidFill>
              <a:srgbClr val="EEF5F8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29425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94251"/>
                </a:solidFill>
                <a:latin typeface="WenQuanYi Micro Hei"/>
                <a:ea typeface="WenQuanYi Micro Hei"/>
              </a:rPr>
              <a:t>以细致服务，回应每一份期待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447D9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47D9C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公共服务·民生项目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