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17006" y="2449068"/>
            <a:ext cx="2054161" cy="1277588"/>
          </a:xfrm>
          <a:prstGeom prst="rect">
            <a:avLst/>
          </a:prstGeom>
          <a:solidFill>
            <a:srgbClr val="FFFFFF"/>
          </a:solidFill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7311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7311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43072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43072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18833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18833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94595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4595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70356" y="2524220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0356" y="3551301"/>
            <a:ext cx="200405" cy="112728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593580" y="2774727"/>
            <a:ext cx="626268" cy="32566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 flipH="1">
            <a:off x="9593580" y="3100387"/>
            <a:ext cx="626268" cy="32566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9593580" y="2774727"/>
            <a:ext cx="0" cy="65132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9B639E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49334E"/>
                </a:solidFill>
                <a:latin typeface="WenQuanYi Micro Hei"/>
                <a:ea typeface="WenQuanYi Micro Hei"/>
              </a:rPr>
              <a:t>文化传媒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49334E"/>
                </a:solidFill>
                <a:latin typeface="WenQuanYi Micro Hei"/>
                <a:ea typeface="WenQuanYi Micro Hei"/>
              </a:rPr>
              <a:t>项目排期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9334E"/>
                </a:solidFill>
                <a:latin typeface="WenQuanYi Micro Hei"/>
                <a:ea typeface="WenQuanYi Micro Hei"/>
              </a:rPr>
              <a:t>为每一个精彩安排节奏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9B639E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34E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B639E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3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34E"/>
                </a:solidFill>
                <a:latin typeface="WenQuanYi Micro Hei"/>
                <a:ea typeface="WenQuanYi Micro Hei"/>
              </a:rPr>
              <a:t>文化传媒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为每一个精彩安排节奏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9B639E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49334E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34E"/>
                </a:solidFill>
                <a:latin typeface="WenQuanYi Micro Hei"/>
                <a:ea typeface="WenQuanYi Micro Hei"/>
              </a:rPr>
              <a:t>选题策划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49334E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34E"/>
                </a:solidFill>
                <a:latin typeface="WenQuanYi Micro Hei"/>
                <a:ea typeface="WenQuanYi Micro Hei"/>
              </a:rPr>
              <a:t>内容制作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49334E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F7ED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34E"/>
                </a:solidFill>
                <a:latin typeface="WenQuanYi Micro Hei"/>
                <a:ea typeface="WenQuanYi Micro Hei"/>
              </a:rPr>
              <a:t>发布传播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34E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7EDF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OPEN OFFICE  /  文化传媒·项目排期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34E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9B63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9B63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49334E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9334E"/>
                </a:solidFill>
                <a:latin typeface="WenQuanYi Micro Hei"/>
                <a:ea typeface="WenQuanYi Micro Hei"/>
              </a:rPr>
              <a:t>让表达有力量，让故事有回响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B639E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文化传媒·项目排期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