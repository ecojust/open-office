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C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77125" y="1295400"/>
            <a:ext cx="4095750" cy="4095750"/>
          </a:xfrm>
          <a:prstGeom prst="ellipse">
            <a:avLst/>
          </a:prstGeom>
          <a:noFill/>
          <a:ln w="19050">
            <a:solidFill>
              <a:srgbClr val="233A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01000" y="1819275"/>
            <a:ext cx="3048000" cy="3048000"/>
          </a:xfrm>
          <a:prstGeom prst="ellipse">
            <a:avLst/>
          </a:prstGeom>
          <a:noFill/>
          <a:ln w="19050">
            <a:solidFill>
              <a:srgbClr val="315B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72500" y="2390775"/>
            <a:ext cx="1905000" cy="1905000"/>
          </a:xfrm>
          <a:prstGeom prst="ellipse">
            <a:avLst/>
          </a:prstGeom>
          <a:noFill/>
          <a:ln w="19050">
            <a:solidFill>
              <a:srgbClr val="56E0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800" y="1219200"/>
            <a:ext cx="152400" cy="152400"/>
          </a:xfrm>
          <a:prstGeom prst="ellipse">
            <a:avLst/>
          </a:prstGeom>
          <a:solidFill>
            <a:srgbClr val="56E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34325" y="3267075"/>
            <a:ext cx="152400" cy="152400"/>
          </a:xfrm>
          <a:prstGeom prst="ellipse">
            <a:avLst/>
          </a:prstGeom>
          <a:solidFill>
            <a:srgbClr val="56E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01300" y="3267075"/>
            <a:ext cx="152400" cy="152400"/>
          </a:xfrm>
          <a:prstGeom prst="ellipse">
            <a:avLst/>
          </a:prstGeom>
          <a:solidFill>
            <a:srgbClr val="56E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448800" y="4791075"/>
            <a:ext cx="152400" cy="152400"/>
          </a:xfrm>
          <a:prstGeom prst="ellipse">
            <a:avLst/>
          </a:prstGeom>
          <a:solidFill>
            <a:srgbClr val="56E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7477125" y="3343275"/>
            <a:ext cx="4095750" cy="0"/>
          </a:xfrm>
          <a:prstGeom prst="line">
            <a:avLst/>
          </a:prstGeom>
          <a:ln w="9525">
            <a:solidFill>
              <a:srgbClr val="294455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9525000" y="952500"/>
            <a:ext cx="0" cy="4743450"/>
          </a:xfrm>
          <a:prstGeom prst="line">
            <a:avLst/>
          </a:prstGeom>
          <a:ln w="9525">
            <a:solidFill>
              <a:srgbClr val="29445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685800" y="552450"/>
            <a:ext cx="9525000" cy="2690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56E0C0"/>
                </a:solidFill>
                <a:latin typeface="WenQuanYi Micro Hei"/>
                <a:ea typeface="WenQuanYi Micro Hei"/>
              </a:rPr>
              <a:t>IDEAS / SYSTEMS / FUTURE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885950"/>
            <a:ext cx="6667500" cy="11010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885"/>
              </a:lnSpc>
              <a:spcBef>
                <a:spcPts val="0"/>
              </a:spcBef>
              <a:spcAft>
                <a:spcPts val="0"/>
              </a:spcAft>
            </a:pPr>
            <a:r>
              <a:rPr sz="5100" b="1">
                <a:solidFill>
                  <a:srgbClr val="EDF7FF"/>
                </a:solidFill>
                <a:latin typeface="WenQuanYi Micro Hei"/>
                <a:ea typeface="WenQuanYi Micro Hei"/>
              </a:rPr>
              <a:t>探索新的可能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2962275"/>
            <a:ext cx="647700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0">
                <a:solidFill>
                  <a:srgbClr val="56E0C0"/>
                </a:solidFill>
                <a:latin typeface="WenQuanYi Micro Hei"/>
                <a:ea typeface="WenQuanYi Micro Hei"/>
              </a:rPr>
              <a:t>用清晰的思考，连接未来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3943350"/>
            <a:ext cx="64770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A5BBCD"/>
                </a:solidFill>
                <a:latin typeface="WenQuanYi Micro Hei"/>
                <a:ea typeface="WenQuanYi Micro Hei"/>
              </a:rPr>
              <a:t>在这里填写主题简介或技术副标题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5400675"/>
            <a:ext cx="6477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A5BBCD"/>
                </a:solidFill>
                <a:latin typeface="WenQuanYi Micro Hei"/>
                <a:ea typeface="WenQuanYi Micro Hei"/>
              </a:rPr>
              <a:t>分享人：你的名字  /  20XX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294455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996AF"/>
                </a:solidFill>
                <a:latin typeface="WenQuanYi Micro Hei"/>
                <a:ea typeface="WenQuanYi Micro Hei"/>
              </a:rPr>
              <a:t>OPEN OFFICE  /  深空科技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996AF"/>
                </a:solidFill>
                <a:latin typeface="WenQuanYi Micro Hei"/>
                <a:ea typeface="WenQuanYi Micro Hei"/>
              </a:rPr>
              <a:t>01 /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C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800100"/>
            <a:ext cx="10572750" cy="7448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657"/>
              </a:lnSpc>
              <a:spcBef>
                <a:spcPts val="0"/>
              </a:spcBef>
              <a:spcAft>
                <a:spcPts val="0"/>
              </a:spcAft>
            </a:pPr>
            <a:r>
              <a:rPr sz="3450" b="1">
                <a:solidFill>
                  <a:srgbClr val="EDF7FF"/>
                </a:solidFill>
                <a:latin typeface="WenQuanYi Micro Hei"/>
                <a:ea typeface="WenQuanYi Micro Hei"/>
              </a:rPr>
              <a:t>在这里填写内容标题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57325"/>
            <a:ext cx="1057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EDF7FF"/>
                </a:solidFill>
                <a:latin typeface="WenQuanYi Micro Hei"/>
                <a:ea typeface="WenQuanYi Micro Hei"/>
              </a:rPr>
              <a:t>从问题出发，用结构化思考找到答案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43150"/>
            <a:ext cx="10820400" cy="990599"/>
          </a:xfrm>
          <a:prstGeom prst="rect">
            <a:avLst/>
          </a:prstGeom>
          <a:solidFill>
            <a:srgbClr val="172A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343150"/>
            <a:ext cx="47625" cy="990599"/>
          </a:xfrm>
          <a:prstGeom prst="rect">
            <a:avLst/>
          </a:prstGeom>
          <a:solidFill>
            <a:srgbClr val="56E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125" y="2552700"/>
            <a:ext cx="714375" cy="5667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43"/>
              </a:lnSpc>
              <a:spcBef>
                <a:spcPts val="0"/>
              </a:spcBef>
              <a:spcAft>
                <a:spcPts val="0"/>
              </a:spcAft>
            </a:pPr>
            <a:r>
              <a:rPr sz="2625" b="1">
                <a:solidFill>
                  <a:srgbClr val="56E0C0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4550" y="2533650"/>
            <a:ext cx="2667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EDF7FF"/>
                </a:solidFill>
                <a:latin typeface="WenQuanYi Micro Hei"/>
                <a:ea typeface="WenQuanYi Micro Hei"/>
              </a:rPr>
              <a:t>问题与洞察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9250" y="2581275"/>
            <a:ext cx="5619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A5BBCD"/>
                </a:solidFill>
                <a:latin typeface="WenQuanYi Micro Hei"/>
                <a:ea typeface="WenQuanYi Micro Hei"/>
              </a:rPr>
              <a:t>在这里输入核心内容，让逻辑清晰可见。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533775"/>
            <a:ext cx="10820400" cy="990599"/>
          </a:xfrm>
          <a:prstGeom prst="rect">
            <a:avLst/>
          </a:prstGeom>
          <a:solidFill>
            <a:srgbClr val="172A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533775"/>
            <a:ext cx="47625" cy="990599"/>
          </a:xfrm>
          <a:prstGeom prst="rect">
            <a:avLst/>
          </a:prstGeom>
          <a:solidFill>
            <a:srgbClr val="56E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0125" y="3743325"/>
            <a:ext cx="714375" cy="5667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43"/>
              </a:lnSpc>
              <a:spcBef>
                <a:spcPts val="0"/>
              </a:spcBef>
              <a:spcAft>
                <a:spcPts val="0"/>
              </a:spcAft>
            </a:pPr>
            <a:r>
              <a:rPr sz="2625" b="1">
                <a:solidFill>
                  <a:srgbClr val="56E0C0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3724275"/>
            <a:ext cx="2667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EDF7FF"/>
                </a:solidFill>
                <a:latin typeface="WenQuanYi Micro Hei"/>
                <a:ea typeface="WenQuanYi Micro Hei"/>
              </a:rPr>
              <a:t>方法与实现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9250" y="3771900"/>
            <a:ext cx="5619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A5BBCD"/>
                </a:solidFill>
                <a:latin typeface="WenQuanYi Micro Hei"/>
                <a:ea typeface="WenQuanYi Micro Hei"/>
              </a:rPr>
              <a:t>在这里输入核心内容，让逻辑清晰可见。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724400"/>
            <a:ext cx="10820400" cy="990599"/>
          </a:xfrm>
          <a:prstGeom prst="rect">
            <a:avLst/>
          </a:prstGeom>
          <a:solidFill>
            <a:srgbClr val="172A3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724400"/>
            <a:ext cx="47625" cy="990599"/>
          </a:xfrm>
          <a:prstGeom prst="rect">
            <a:avLst/>
          </a:prstGeom>
          <a:solidFill>
            <a:srgbClr val="56E0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0125" y="4933950"/>
            <a:ext cx="714375" cy="5667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43"/>
              </a:lnSpc>
              <a:spcBef>
                <a:spcPts val="0"/>
              </a:spcBef>
              <a:spcAft>
                <a:spcPts val="0"/>
              </a:spcAft>
            </a:pPr>
            <a:r>
              <a:rPr sz="2625" b="1">
                <a:solidFill>
                  <a:srgbClr val="56E0C0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14550" y="4914900"/>
            <a:ext cx="2667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EDF7FF"/>
                </a:solidFill>
                <a:latin typeface="WenQuanYi Micro Hei"/>
                <a:ea typeface="WenQuanYi Micro Hei"/>
              </a:rPr>
              <a:t>成果与展望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9250" y="4962525"/>
            <a:ext cx="5619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A5BBCD"/>
                </a:solidFill>
                <a:latin typeface="WenQuanYi Micro Hei"/>
                <a:ea typeface="WenQuanYi Micro Hei"/>
              </a:rPr>
              <a:t>在这里输入核心内容，让逻辑清晰可见。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294455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996AF"/>
                </a:solidFill>
                <a:latin typeface="WenQuanYi Micro Hei"/>
                <a:ea typeface="WenQuanYi Micro Hei"/>
              </a:rPr>
              <a:t>OPEN OFFICE  /  深空科技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996AF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C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581400" y="914400"/>
            <a:ext cx="5029200" cy="5029200"/>
          </a:xfrm>
          <a:prstGeom prst="ellipse">
            <a:avLst/>
          </a:prstGeom>
          <a:noFill/>
          <a:ln w="19050">
            <a:solidFill>
              <a:srgbClr val="233A5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29075" y="1362075"/>
            <a:ext cx="4133849" cy="4133849"/>
          </a:xfrm>
          <a:prstGeom prst="ellipse">
            <a:avLst/>
          </a:prstGeom>
          <a:noFill/>
          <a:ln w="19050">
            <a:solidFill>
              <a:srgbClr val="315B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476750" y="1809750"/>
            <a:ext cx="3238500" cy="3238500"/>
          </a:xfrm>
          <a:prstGeom prst="ellipse">
            <a:avLst/>
          </a:prstGeom>
          <a:noFill/>
          <a:ln w="19050">
            <a:solidFill>
              <a:srgbClr val="397D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05000" y="2609850"/>
            <a:ext cx="8381999" cy="1619250"/>
          </a:xfrm>
          <a:prstGeom prst="rect">
            <a:avLst/>
          </a:prstGeom>
          <a:solidFill>
            <a:srgbClr val="101C2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2647950"/>
            <a:ext cx="8381999" cy="1424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EDF7FF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3876674"/>
            <a:ext cx="8381999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56E0C0"/>
                </a:solidFill>
                <a:latin typeface="WenQuanYi Micro Hei"/>
                <a:ea typeface="WenQuanYi Micro Hei"/>
              </a:rPr>
              <a:t>让下一次探索，从这里开始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深空科技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