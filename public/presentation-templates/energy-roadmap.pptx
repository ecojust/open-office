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能源环保·绿色转型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14A3C"/>
                </a:solidFill>
                <a:latin typeface="WenQuanYi Micro Hei"/>
                <a:ea typeface="WenQuanYi Micro Hei"/>
              </a:rPr>
              <a:t>规划下一步绿色增长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01  能源现状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02  节能方案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03  环境价值</a:t>
            </a:r>
          </a:p>
        </p:txBody>
      </p:sp>
      <p:sp>
        <p:nvSpPr>
          <p:cNvPr id="10" name="Oval 9"/>
          <p:cNvSpPr/>
          <p:nvPr/>
        </p:nvSpPr>
        <p:spPr>
          <a:xfrm>
            <a:off x="10229088" y="3088386"/>
            <a:ext cx="634936" cy="634936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103518" y="3925347"/>
            <a:ext cx="0" cy="1327595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103518" y="3088386"/>
            <a:ext cx="0" cy="634936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H="1">
            <a:off x="8497443" y="3723322"/>
            <a:ext cx="606075" cy="34632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103518" y="3723322"/>
            <a:ext cx="663798" cy="288608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9796176" y="4271676"/>
            <a:ext cx="1212151" cy="923544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200227" y="4271676"/>
            <a:ext cx="0" cy="923544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604277" y="4271676"/>
            <a:ext cx="0" cy="923544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796176" y="4733448"/>
            <a:ext cx="1212152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4A3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A3C"/>
                </a:solidFill>
                <a:latin typeface="WenQuanYi Micro Hei"/>
                <a:ea typeface="WenQuanYi Micro Hei"/>
              </a:rPr>
              <a:t>规划下一步绿色增长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14A3C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14A3C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14A3C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盘查基线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执行改造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监测优化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14A3C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7ED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  /  能源环保·绿色转型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14A3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14A3C"/>
                </a:solidFill>
                <a:latin typeface="WenQuanYi Micro Hei"/>
                <a:ea typeface="WenQuanYi Micro Hei"/>
              </a:rPr>
              <a:t>把绿色愿景落实到每一次行动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926A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能源环保·绿色转型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