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76912" y="809625"/>
            <a:ext cx="619125" cy="18097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1600" y="1404937"/>
            <a:ext cx="18097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81600" y="1809750"/>
            <a:ext cx="404812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5586412" y="1428750"/>
            <a:ext cx="238125" cy="3810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824537" y="1428750"/>
            <a:ext cx="285750" cy="738187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6110287" y="1595437"/>
            <a:ext cx="333375" cy="5715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443662" y="1595437"/>
            <a:ext cx="166688" cy="214313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610350" y="1809750"/>
            <a:ext cx="428625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医疗健康·专科建设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74448"/>
                </a:solidFill>
                <a:latin typeface="WenQuanYi Micro Hei"/>
                <a:ea typeface="WenQuanYi Micro Hei"/>
              </a:rPr>
              <a:t>构建可持续的健康服务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444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8985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4448"/>
                </a:solidFill>
                <a:latin typeface="WenQuanYi Micro Hei"/>
                <a:ea typeface="WenQuanYi Micro Hei"/>
              </a:rPr>
              <a:t>构建可持续的健康服务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74448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74448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74448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评估与分诊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诊疗与照护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随访与改善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74448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9F7F3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  /  医疗健康·专科建设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25012" y="1238250"/>
            <a:ext cx="619125" cy="18097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29700" y="1833562"/>
            <a:ext cx="18097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029700" y="2238375"/>
            <a:ext cx="404812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9434512" y="1857375"/>
            <a:ext cx="238125" cy="3810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672637" y="1857375"/>
            <a:ext cx="285750" cy="738187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9958387" y="2024062"/>
            <a:ext cx="333375" cy="5715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291762" y="2024062"/>
            <a:ext cx="166688" cy="214313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458450" y="2238375"/>
            <a:ext cx="428625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9F7F3"/>
                </a:solidFill>
                <a:latin typeface="WenQuanYi Micro Hei"/>
                <a:ea typeface="WenQuanYi Micro Hei"/>
              </a:rPr>
              <a:t>专业有温度，服务有回响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168985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9F7F3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医疗健康·专科建设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