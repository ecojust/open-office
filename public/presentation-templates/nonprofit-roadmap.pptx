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95975" y="714375"/>
            <a:ext cx="404812" cy="40481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4537" y="1190625"/>
            <a:ext cx="547687" cy="38100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81600" y="1404937"/>
            <a:ext cx="404812" cy="40481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10162" y="1881187"/>
            <a:ext cx="547687" cy="38100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10350" y="1404937"/>
            <a:ext cx="404812" cy="40481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8912" y="1881187"/>
            <a:ext cx="547687" cy="38100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538787" y="2119312"/>
            <a:ext cx="547688" cy="404813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6086475" y="2119312"/>
            <a:ext cx="619125" cy="404813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538787" y="2119312"/>
            <a:ext cx="1166813" cy="0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594047"/>
                </a:solidFill>
                <a:latin typeface="WenQuanYi Micro Hei"/>
                <a:ea typeface="WenQuanYi Micro Hei"/>
              </a:rPr>
              <a:t>公益组织·筹款计划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4047"/>
                </a:solidFill>
                <a:latin typeface="WenQuanYi Micro Hei"/>
                <a:ea typeface="WenQuanYi Micro Hei"/>
              </a:rPr>
              <a:t>用透明计划赢得持续支持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94047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776D"/>
                </a:solidFill>
                <a:latin typeface="WenQuanYi Micro Hei"/>
                <a:ea typeface="WenQuanYi Micro Hei"/>
              </a:rPr>
              <a:t>OPEN OFFICE  /  计划与路线图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94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94047"/>
                </a:solidFill>
                <a:latin typeface="WenQuanYi Micro Hei"/>
                <a:ea typeface="WenQuanYi Micro Hei"/>
              </a:rPr>
              <a:t>公益组织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047"/>
                </a:solidFill>
                <a:latin typeface="WenQuanYi Micro Hei"/>
                <a:ea typeface="WenQuanYi Micro Hei"/>
              </a:rPr>
              <a:t>用透明计划赢得持续支持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19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594047"/>
                </a:solidFill>
                <a:latin typeface="WenQuanYi Micro Hei"/>
                <a:ea typeface="WenQuanYi Micro Hei"/>
              </a:rPr>
              <a:t>准备阶段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594047"/>
                </a:solidFill>
                <a:latin typeface="WenQuanYi Micro Hei"/>
                <a:ea typeface="WenQuanYi Micro Hei"/>
              </a:rPr>
              <a:t>推进阶段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63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594047"/>
                </a:solidFill>
                <a:latin typeface="WenQuanYi Micro Hei"/>
                <a:ea typeface="WenQuanYi Micro Hei"/>
              </a:rPr>
              <a:t>完善阶段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9527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94047"/>
                </a:solidFill>
                <a:latin typeface="WenQuanYi Micro Hei"/>
                <a:ea typeface="WenQuanYi Micro Hei"/>
              </a:rPr>
              <a:t>需求调研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849" y="2847975"/>
            <a:ext cx="7372350" cy="619125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849" y="2847975"/>
            <a:ext cx="2647950" cy="61912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5775" y="29908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8671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94047"/>
                </a:solidFill>
                <a:latin typeface="WenQuanYi Micro Hei"/>
                <a:ea typeface="WenQuanYi Micro Hei"/>
              </a:rPr>
              <a:t>行动协作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849" y="3762374"/>
            <a:ext cx="7372350" cy="619125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6525" y="3762374"/>
            <a:ext cx="2647950" cy="61912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3905249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7815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94047"/>
                </a:solidFill>
                <a:latin typeface="WenQuanYi Micro Hei"/>
                <a:ea typeface="WenQuanYi Micro Hei"/>
              </a:rPr>
              <a:t>成效反馈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3849" y="4676775"/>
            <a:ext cx="7372350" cy="619125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39200" y="4676775"/>
            <a:ext cx="2647950" cy="61912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1125" y="48196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5772150"/>
            <a:ext cx="10715625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94047"/>
                </a:solidFill>
                <a:latin typeface="WenQuanYi Micro Hei"/>
                <a:ea typeface="WenQuanYi Micro Hei"/>
              </a:rPr>
              <a:t>时间刻度与阶段安排可编辑；请按项目实际周期调整。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CF0ED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047"/>
                </a:solidFill>
                <a:latin typeface="WenQuanYi Micro Hei"/>
                <a:ea typeface="WenQuanYi Micro Hei"/>
              </a:rPr>
              <a:t>OPEN OFFICE  /  公益组织·筹款计划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04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594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28360" y="615315"/>
            <a:ext cx="356235" cy="356235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65495" y="1034415"/>
            <a:ext cx="481965" cy="33528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99710" y="1223010"/>
            <a:ext cx="356235" cy="356235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36845" y="1642110"/>
            <a:ext cx="481965" cy="33528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57010" y="1223010"/>
            <a:ext cx="356235" cy="356235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4145" y="1642110"/>
            <a:ext cx="481965" cy="33528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614035" y="1851660"/>
            <a:ext cx="481965" cy="356235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6096000" y="1851660"/>
            <a:ext cx="544830" cy="356235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614035" y="1851660"/>
            <a:ext cx="1026795" cy="0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594047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C0776D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每一份参与，都让改变更近一步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公益组织·筹款计划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