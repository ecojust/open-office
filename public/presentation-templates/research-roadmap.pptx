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303E61"/>
                </a:solidFill>
                <a:latin typeface="WenQuanYi Micro Hei"/>
                <a:ea typeface="WenQuanYi Micro Hei"/>
              </a:rPr>
              <a:t>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E61"/>
                </a:solidFill>
                <a:latin typeface="WenQuanYi Micro Hei"/>
                <a:ea typeface="WenQuanYi Micro Hei"/>
              </a:rPr>
              <a:t>让探索过程有清晰里程碑</a:t>
            </a:r>
          </a:p>
        </p:txBody>
      </p:sp>
      <p:sp>
        <p:nvSpPr>
          <p:cNvPr id="7" name="Rectangle 6"/>
          <p:cNvSpPr/>
          <p:nvPr/>
        </p:nvSpPr>
        <p:spPr>
          <a:xfrm>
            <a:off x="9530715" y="1344930"/>
            <a:ext cx="619125" cy="247649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629775" y="1592579"/>
            <a:ext cx="0" cy="64389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050780" y="1592579"/>
            <a:ext cx="0" cy="64389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9134475" y="2236470"/>
            <a:ext cx="495300" cy="891539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050780" y="2236470"/>
            <a:ext cx="569595" cy="891539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134475" y="3128009"/>
            <a:ext cx="148590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9629775" y="2607945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76485" y="2781300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72725" y="1592579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0180" y="1864995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382125" y="2830830"/>
            <a:ext cx="9906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研究问题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方法设计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证据结论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FF1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03E61"/>
                </a:solidFill>
                <a:latin typeface="WenQuanYi Micro Hei"/>
                <a:ea typeface="WenQuanYi Micro Hei"/>
              </a:rPr>
              <a:t>让探索过程有清晰里程碑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03E61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03E61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303E61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提出假设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实验验证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讨论结论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03E61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FF1F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  /  科研创新·研究计划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303E6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03E61"/>
                </a:solidFill>
                <a:latin typeface="WenQuanYi Micro Hei"/>
                <a:ea typeface="WenQuanYi Micro Hei"/>
              </a:rPr>
              <a:t>保持好奇，以证据拓展认知边界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78A5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科研创新·研究计划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