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人力组织·培养计划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A55"/>
                </a:solidFill>
                <a:latin typeface="WenQuanYi Micro Hei"/>
                <a:ea typeface="WenQuanYi Micro Hei"/>
              </a:rPr>
              <a:t>把潜力培养成可持续能力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01  组织需求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02  人才能力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03  成长机制</a:t>
            </a:r>
          </a:p>
        </p:txBody>
      </p:sp>
      <p:sp>
        <p:nvSpPr>
          <p:cNvPr id="10" name="Oval 9"/>
          <p:cNvSpPr/>
          <p:nvPr/>
        </p:nvSpPr>
        <p:spPr>
          <a:xfrm>
            <a:off x="8728329" y="3579018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70607" y="4069651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27316" y="5050917"/>
            <a:ext cx="577215" cy="230886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65290" y="3203829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7569" y="3694461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278" y="4762309"/>
            <a:ext cx="577215" cy="519493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02252" y="2828639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44531" y="3319272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01239" y="4473702"/>
            <a:ext cx="577215" cy="808101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A5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A55"/>
                </a:solidFill>
                <a:latin typeface="WenQuanYi Micro Hei"/>
                <a:ea typeface="WenQuanYi Micro Hei"/>
              </a:rPr>
              <a:t>把潜力培养成可持续能力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93A55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93A55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93A55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相互了解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融入协作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93A55"/>
                </a:solidFill>
                <a:latin typeface="WenQuanYi Micro Hei"/>
                <a:ea typeface="WenQuanYi Micro Hei"/>
              </a:rPr>
              <a:t>持续成长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93A55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F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  /  人力组织·培养计划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93A55"/>
                </a:solidFill>
                <a:latin typeface="WenQuanYi Micro Hei"/>
                <a:ea typeface="WenQuanYi Micro Hei"/>
              </a:rPr>
              <a:t>让每一位伙伴找到成长的空间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C6A9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人力组织·培养计划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