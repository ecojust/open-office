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844087" y="2148459"/>
            <a:ext cx="0" cy="1803653"/>
          </a:xfrm>
          <a:prstGeom prst="line">
            <a:avLst/>
          </a:prstGeom>
          <a:ln w="38100">
            <a:solidFill>
              <a:srgbClr val="363B42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092565" y="2574321"/>
            <a:ext cx="1503045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9393174" y="3952112"/>
            <a:ext cx="901827" cy="150304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741854" y="2574321"/>
            <a:ext cx="350711" cy="726472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092565" y="2574321"/>
            <a:ext cx="350710" cy="726472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741854" y="3300793"/>
            <a:ext cx="701421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8954785" y="2198560"/>
            <a:ext cx="275558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244899" y="2574321"/>
            <a:ext cx="350711" cy="726472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595610" y="2574321"/>
            <a:ext cx="350710" cy="726472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244899" y="3300793"/>
            <a:ext cx="701421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10457830" y="2198560"/>
            <a:ext cx="275558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63B42"/>
                </a:solidFill>
                <a:latin typeface="WenQuanYi Micro Hei"/>
                <a:ea typeface="WenQuanYi Micro Hei"/>
              </a:rPr>
              <a:t>法律咨询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63B42"/>
                </a:solidFill>
                <a:latin typeface="WenQuanYi Micro Hei"/>
                <a:ea typeface="WenQuanYi Micro Hei"/>
              </a:rPr>
              <a:t>案件复盘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63B42"/>
                </a:solidFill>
                <a:latin typeface="WenQuanYi Micro Hei"/>
                <a:ea typeface="WenQuanYi Micro Hei"/>
              </a:rPr>
              <a:t>从事实与证据总结经验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8A7754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3B42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7754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从事实与证据总结经验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审查覆盖率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事项完成率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风险整改率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8A775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3B42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363B42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01  事实梳理：补充关键观察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02  规则分析：补充关键观察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03  行动建议：补充关键观察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1E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  /  法律咨询·案件复盘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14525" y="2394585"/>
            <a:ext cx="0" cy="1851660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1143000" y="2831782"/>
            <a:ext cx="154305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6" name="Rectangle 5"/>
          <p:cNvSpPr/>
          <p:nvPr/>
        </p:nvSpPr>
        <p:spPr>
          <a:xfrm>
            <a:off x="1451610" y="4246245"/>
            <a:ext cx="925830" cy="154304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782955" y="2831782"/>
            <a:ext cx="360045" cy="745808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143000" y="2831782"/>
            <a:ext cx="360045" cy="745808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82955" y="3577590"/>
            <a:ext cx="7200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1001553" y="2446020"/>
            <a:ext cx="282892" cy="282892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2326005" y="2831782"/>
            <a:ext cx="360045" cy="745808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2686050" y="2831782"/>
            <a:ext cx="360045" cy="745808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2326005" y="3577590"/>
            <a:ext cx="7200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2544603" y="2446020"/>
            <a:ext cx="282892" cy="282892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363B42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63B42"/>
                </a:solidFill>
                <a:latin typeface="WenQuanYi Micro Hei"/>
                <a:ea typeface="WenQuanYi Micro Hei"/>
              </a:rPr>
              <a:t>以清晰的规则，支持稳健的决策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A775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法律咨询·案件复盘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