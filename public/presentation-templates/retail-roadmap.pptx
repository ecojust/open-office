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E333B"/>
                </a:solidFill>
                <a:latin typeface="WenQuanYi Micro Hei"/>
                <a:ea typeface="WenQuanYi Micro Hei"/>
              </a:rPr>
              <a:t>大促计划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E333B"/>
                </a:solidFill>
                <a:latin typeface="WenQuanYi Micro Hei"/>
                <a:ea typeface="WenQuanYi Micro Hei"/>
              </a:rPr>
              <a:t>让关键战役有清晰节奏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9159240" y="1889760"/>
            <a:ext cx="1436369" cy="1238250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30715" y="1369695"/>
            <a:ext cx="693420" cy="842010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770" y="1939289"/>
            <a:ext cx="1337310" cy="39624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82125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28835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75544" y="2484119"/>
            <a:ext cx="222885" cy="29718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消费洞察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商品组合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全域运营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0E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E333B"/>
                </a:solidFill>
                <a:latin typeface="WenQuanYi Micro Hei"/>
                <a:ea typeface="WenQuanYi Micro Hei"/>
              </a:rPr>
              <a:t>让关键战役有清晰节奏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E333B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E333B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5E333B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发现需求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完成购买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持续复购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E333B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0EC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  /  零售电商·大促计划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717" y="2960370"/>
            <a:ext cx="1491614" cy="1285875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420302"/>
            <a:ext cx="720090" cy="874395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20152" y="3011804"/>
            <a:ext cx="1388745" cy="41148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0175" y="3577590"/>
            <a:ext cx="231457" cy="30860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60220" y="3577590"/>
            <a:ext cx="231457" cy="30860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0265" y="3577590"/>
            <a:ext cx="231457" cy="30860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5E333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E333B"/>
                </a:solidFill>
                <a:latin typeface="WenQuanYi Micro Hei"/>
                <a:ea typeface="WenQuanYi Micro Hei"/>
              </a:rPr>
              <a:t>让每一次选择都值得期待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CA6A64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A6A6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零售电商·大促计划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