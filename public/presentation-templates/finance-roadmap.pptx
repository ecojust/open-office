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63A53"/>
                </a:solidFill>
                <a:latin typeface="WenQuanYi Micro Hei"/>
                <a:ea typeface="WenQuanYi Micro Hei"/>
              </a:rPr>
              <a:t>业务规划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A53"/>
                </a:solidFill>
                <a:latin typeface="WenQuanYi Micro Hei"/>
                <a:ea typeface="WenQuanYi Micro Hei"/>
              </a:rPr>
              <a:t>以长期视角规划增长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8985885" y="2508885"/>
            <a:ext cx="346710" cy="59436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5010" y="2162175"/>
            <a:ext cx="346710" cy="941069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24135" y="1716405"/>
            <a:ext cx="346710" cy="138684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936355" y="1864995"/>
            <a:ext cx="668655" cy="24765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605010" y="1864995"/>
            <a:ext cx="470534" cy="14859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10075544" y="1394460"/>
            <a:ext cx="718186" cy="6191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422255" y="1394460"/>
            <a:ext cx="371475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793730" y="1394460"/>
            <a:ext cx="0" cy="371474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客户洞察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资产配置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风险管理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6F2E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3A53"/>
                </a:solidFill>
                <a:latin typeface="WenQuanYi Micro Hei"/>
                <a:ea typeface="WenQuanYi Micro Hei"/>
              </a:rPr>
              <a:t>以长期视角规划增长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63A53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63A53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63A53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识别评估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分层管理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监测复盘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63A53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6F2E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  /  金融服务·业务规划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41619" y="1684020"/>
            <a:ext cx="293370" cy="502919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65495" y="1390650"/>
            <a:ext cx="293370" cy="796289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89370" y="1013459"/>
            <a:ext cx="293370" cy="117348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299710" y="1139190"/>
            <a:ext cx="565785" cy="209549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865495" y="1139190"/>
            <a:ext cx="398145" cy="12573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6263640" y="741045"/>
            <a:ext cx="607695" cy="52387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57010" y="741045"/>
            <a:ext cx="314325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871335" y="741045"/>
            <a:ext cx="0" cy="3143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63A53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AB8540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让稳健成为长期价值的起点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金融服务·业务规划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