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695325"/>
            <a:ext cx="10820400" cy="0"/>
          </a:xfrm>
          <a:prstGeom prst="line">
            <a:avLst/>
          </a:prstGeom>
          <a:ln w="9525">
            <a:solidFill>
              <a:srgbClr val="CADDE0"/>
            </a:solidFill>
          </a:ln>
          <a:effectLst/>
        </p:spPr>
      </p:cxnSp>
      <p:sp>
        <p:nvSpPr>
          <p:cNvPr id="4" name="Oval 3"/>
          <p:cNvSpPr/>
          <p:nvPr/>
        </p:nvSpPr>
        <p:spPr>
          <a:xfrm>
            <a:off x="5324475" y="1276350"/>
            <a:ext cx="1543050" cy="1543050"/>
          </a:xfrm>
          <a:prstGeom prst="ellipse">
            <a:avLst/>
          </a:prstGeom>
          <a:noFill/>
          <a:ln w="19050">
            <a:solidFill>
              <a:srgbClr val="C5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43575" y="1695450"/>
            <a:ext cx="704850" cy="704850"/>
          </a:xfrm>
          <a:prstGeom prst="ellipse">
            <a:avLst/>
          </a:prstGeom>
          <a:noFill/>
          <a:ln w="19050">
            <a:solidFill>
              <a:srgbClr val="438B9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24000" y="3067050"/>
            <a:ext cx="9144000" cy="9877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6176"/>
              </a:lnSpc>
              <a:spcBef>
                <a:spcPts val="0"/>
              </a:spcBef>
              <a:spcAft>
                <a:spcPts val="0"/>
              </a:spcAft>
            </a:pPr>
            <a:r>
              <a:rPr sz="4575" b="0">
                <a:solidFill>
                  <a:srgbClr val="29434E"/>
                </a:solidFill>
                <a:latin typeface="WenQuanYi Micro Hei"/>
                <a:ea typeface="WenQuanYi Micro Hei"/>
              </a:rPr>
              <a:t>清晰，自有力量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4029075"/>
            <a:ext cx="91440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77929B"/>
                </a:solidFill>
                <a:latin typeface="WenQuanYi Micro Hei"/>
                <a:ea typeface="WenQuanYi Micro Hei"/>
              </a:rPr>
              <a:t>在这里填写你的主题与副标题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5286375"/>
            <a:ext cx="9144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38B92"/>
                </a:solidFill>
                <a:latin typeface="WenQuanYi Micro Hei"/>
                <a:ea typeface="WenQuanYi Micro Hei"/>
              </a:rPr>
              <a:t>分享人：你的名字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6172200"/>
            <a:ext cx="10820400" cy="0"/>
          </a:xfrm>
          <a:prstGeom prst="line">
            <a:avLst/>
          </a:prstGeom>
          <a:ln w="9525">
            <a:solidFill>
              <a:srgbClr val="CADDE0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685800" y="6343650"/>
            <a:ext cx="108204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7929B"/>
                </a:solidFill>
                <a:latin typeface="WenQuanYi Micro Hei"/>
                <a:ea typeface="WenQuanYi Micro Hei"/>
              </a:rPr>
              <a:t>OPEN OFFICE  ·  清透留白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790575"/>
            <a:ext cx="57150" cy="495299"/>
          </a:xfrm>
          <a:prstGeom prst="rect">
            <a:avLst/>
          </a:prstGeom>
          <a:solidFill>
            <a:srgbClr val="438B9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8700" y="723900"/>
            <a:ext cx="10334625" cy="7286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556"/>
              </a:lnSpc>
              <a:spcBef>
                <a:spcPts val="0"/>
              </a:spcBef>
              <a:spcAft>
                <a:spcPts val="0"/>
              </a:spcAft>
            </a:pPr>
            <a:r>
              <a:rPr sz="3375" b="0">
                <a:solidFill>
                  <a:srgbClr val="29434E"/>
                </a:solidFill>
                <a:latin typeface="WenQuanYi Micro Hei"/>
                <a:ea typeface="WenQuanYi Micro Hei"/>
              </a:rPr>
              <a:t>在这里填写内容标题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49" y="2200275"/>
            <a:ext cx="809625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38B92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3150" y="2152650"/>
            <a:ext cx="323850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29434E"/>
                </a:solidFill>
                <a:latin typeface="WenQuanYi Micro Hei"/>
                <a:ea typeface="WenQuanYi Micro Hei"/>
              </a:rPr>
              <a:t>一句核心观点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2209800"/>
            <a:ext cx="47625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77929B"/>
                </a:solidFill>
                <a:latin typeface="WenQuanYi Micro Hei"/>
                <a:ea typeface="WenQuanYi Micro Hei"/>
              </a:rPr>
              <a:t>在这里补充简洁、清晰的内容说明。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47749" y="3000375"/>
            <a:ext cx="10458451" cy="0"/>
          </a:xfrm>
          <a:prstGeom prst="line">
            <a:avLst/>
          </a:prstGeom>
          <a:ln w="9525">
            <a:solidFill>
              <a:srgbClr val="CADDE0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1047749" y="3476625"/>
            <a:ext cx="809625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38B92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3150" y="3429000"/>
            <a:ext cx="323850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29434E"/>
                </a:solidFill>
                <a:latin typeface="WenQuanYi Micro Hei"/>
                <a:ea typeface="WenQuanYi Micro Hei"/>
              </a:rPr>
              <a:t>一个具体例子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0" y="3486150"/>
            <a:ext cx="47625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77929B"/>
                </a:solidFill>
                <a:latin typeface="WenQuanYi Micro Hei"/>
                <a:ea typeface="WenQuanYi Micro Hei"/>
              </a:rPr>
              <a:t>在这里补充简洁、清晰的内容说明。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47749" y="4276725"/>
            <a:ext cx="10458451" cy="0"/>
          </a:xfrm>
          <a:prstGeom prst="line">
            <a:avLst/>
          </a:prstGeom>
          <a:ln w="9525">
            <a:solidFill>
              <a:srgbClr val="CADDE0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1047749" y="4752975"/>
            <a:ext cx="809625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38B92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43150" y="4705350"/>
            <a:ext cx="323850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29434E"/>
                </a:solidFill>
                <a:latin typeface="WenQuanYi Micro Hei"/>
                <a:ea typeface="WenQuanYi Micro Hei"/>
              </a:rPr>
              <a:t>一项明确行动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0" y="4762500"/>
            <a:ext cx="47625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77929B"/>
                </a:solidFill>
                <a:latin typeface="WenQuanYi Micro Hei"/>
                <a:ea typeface="WenQuanYi Micro Hei"/>
              </a:rPr>
              <a:t>在这里补充简洁、清晰的内容说明。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CADDE0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7929B"/>
                </a:solidFill>
                <a:latin typeface="WenQuanYi Micro Hei"/>
                <a:ea typeface="WenQuanYi Micro Hei"/>
              </a:rPr>
              <a:t>OPEN OFFICE  /  清透留白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7929B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0" y="914400"/>
            <a:ext cx="0" cy="1019175"/>
          </a:xfrm>
          <a:prstGeom prst="line">
            <a:avLst/>
          </a:prstGeom>
          <a:ln w="19050">
            <a:solidFill>
              <a:srgbClr val="438B92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1524000" y="2628900"/>
            <a:ext cx="9144000" cy="13601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505"/>
              </a:lnSpc>
              <a:spcBef>
                <a:spcPts val="0"/>
              </a:spcBef>
              <a:spcAft>
                <a:spcPts val="0"/>
              </a:spcAft>
            </a:pPr>
            <a:r>
              <a:rPr sz="6300" b="0">
                <a:solidFill>
                  <a:srgbClr val="29434E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3943350"/>
            <a:ext cx="914400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438B92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6000" y="4886325"/>
            <a:ext cx="0" cy="1019175"/>
          </a:xfrm>
          <a:prstGeom prst="line">
            <a:avLst/>
          </a:prstGeom>
          <a:ln w="19050">
            <a:solidFill>
              <a:srgbClr val="438B92"/>
            </a:solidFill>
          </a:ln>
          <a:effectLst/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清透留白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