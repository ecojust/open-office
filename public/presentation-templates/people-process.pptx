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493A55"/>
                </a:solidFill>
                <a:latin typeface="WenQuanYi Micro Hei"/>
                <a:ea typeface="WenQuanYi Micro Hei"/>
              </a:rPr>
              <a:t>人力组织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493A55"/>
                </a:solidFill>
                <a:latin typeface="WenQuanYi Micro Hei"/>
                <a:ea typeface="WenQuanYi Micro Hei"/>
              </a:rPr>
              <a:t>入职旅程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93A55"/>
                </a:solidFill>
                <a:latin typeface="WenQuanYi Micro Hei"/>
                <a:ea typeface="WenQuanYi Micro Hei"/>
              </a:rPr>
              <a:t>陪伴每一位伙伴顺利启程</a:t>
            </a:r>
          </a:p>
        </p:txBody>
      </p:sp>
      <p:sp>
        <p:nvSpPr>
          <p:cNvPr id="7" name="Oval 6"/>
          <p:cNvSpPr/>
          <p:nvPr/>
        </p:nvSpPr>
        <p:spPr>
          <a:xfrm>
            <a:off x="8936355" y="1666875"/>
            <a:ext cx="321945" cy="321945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86825" y="2087880"/>
            <a:ext cx="421005" cy="445770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49677" y="2929890"/>
            <a:ext cx="495299" cy="19812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54540" y="1344930"/>
            <a:ext cx="321945" cy="321945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5010" y="1765934"/>
            <a:ext cx="421005" cy="445770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67862" y="2682240"/>
            <a:ext cx="495299" cy="44577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72725" y="1022984"/>
            <a:ext cx="321945" cy="321945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23195" y="1443990"/>
            <a:ext cx="421005" cy="445770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6047" y="2434590"/>
            <a:ext cx="495299" cy="69342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组织需求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人才能力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成长机制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5EFF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93A55"/>
                </a:solidFill>
                <a:latin typeface="WenQuanYi Micro Hei"/>
                <a:ea typeface="WenQuanYi Micro Hei"/>
              </a:rPr>
              <a:t>人力组织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A55"/>
                </a:solidFill>
                <a:latin typeface="WenQuanYi Micro Hei"/>
                <a:ea typeface="WenQuanYi Micro Hei"/>
              </a:rPr>
              <a:t>陪伴每一位伙伴顺利启程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2050" y="2543175"/>
            <a:ext cx="0" cy="2743200"/>
          </a:xfrm>
          <a:prstGeom prst="line">
            <a:avLst/>
          </a:prstGeom>
          <a:ln w="28575">
            <a:solidFill>
              <a:srgbClr val="8C6A9B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876300" y="2409825"/>
            <a:ext cx="571500" cy="571500"/>
          </a:xfrm>
          <a:prstGeom prst="ellipse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246697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9750" y="2238375"/>
            <a:ext cx="9696450" cy="990599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6450" y="240982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493A55"/>
                </a:solidFill>
                <a:latin typeface="WenQuanYi Micro Hei"/>
                <a:ea typeface="WenQuanYi Micro Hei"/>
              </a:rPr>
              <a:t>相互了解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575" y="2419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93A55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575" y="275272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93A55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14" name="Oval 13"/>
          <p:cNvSpPr/>
          <p:nvPr/>
        </p:nvSpPr>
        <p:spPr>
          <a:xfrm>
            <a:off x="876300" y="3600450"/>
            <a:ext cx="571500" cy="571500"/>
          </a:xfrm>
          <a:prstGeom prst="ellipse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300" y="3657600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9750" y="3429000"/>
            <a:ext cx="9696450" cy="990599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6450" y="3600450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493A55"/>
                </a:solidFill>
                <a:latin typeface="WenQuanYi Micro Hei"/>
                <a:ea typeface="WenQuanYi Micro Hei"/>
              </a:rPr>
              <a:t>融入协作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575" y="3609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93A55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575" y="3943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93A55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20" name="Oval 19"/>
          <p:cNvSpPr/>
          <p:nvPr/>
        </p:nvSpPr>
        <p:spPr>
          <a:xfrm>
            <a:off x="876300" y="4791075"/>
            <a:ext cx="571500" cy="571500"/>
          </a:xfrm>
          <a:prstGeom prst="ellipse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300" y="484822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9750" y="4619625"/>
            <a:ext cx="9696450" cy="990599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6450" y="479107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493A55"/>
                </a:solidFill>
                <a:latin typeface="WenQuanYi Micro Hei"/>
                <a:ea typeface="WenQuanYi Micro Hei"/>
              </a:rPr>
              <a:t>持续成长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2575" y="480060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93A55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2575" y="5133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93A55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5EFF8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A55"/>
                </a:solidFill>
                <a:latin typeface="WenQuanYi Micro Hei"/>
                <a:ea typeface="WenQuanYi Micro Hei"/>
              </a:rPr>
              <a:t>OPEN OFFICE  /  人力组织·入职旅程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A55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29700" y="1547812"/>
            <a:ext cx="309562" cy="309562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82075" y="1952624"/>
            <a:ext cx="404812" cy="428625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46356" y="2762250"/>
            <a:ext cx="476250" cy="19050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20262" y="1238250"/>
            <a:ext cx="309562" cy="309562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72637" y="1643062"/>
            <a:ext cx="404812" cy="428625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36918" y="2524125"/>
            <a:ext cx="476250" cy="42862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10825" y="928687"/>
            <a:ext cx="309562" cy="309562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63200" y="1333500"/>
            <a:ext cx="404812" cy="428625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27481" y="2286000"/>
            <a:ext cx="476250" cy="66675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5EFF8"/>
                </a:solidFill>
                <a:latin typeface="WenQuanYi Micro Hei"/>
                <a:ea typeface="WenQuanYi Micro Hei"/>
              </a:rPr>
              <a:t>让每一位伙伴找到成长的空间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8C6A9B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F5EFF8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人力组织·入职旅程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