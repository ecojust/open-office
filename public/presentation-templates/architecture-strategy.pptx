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建筑空间·城市规划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D4440"/>
                </a:solidFill>
                <a:latin typeface="WenQuanYi Micro Hei"/>
                <a:ea typeface="WenQuanYi Micro Hei"/>
              </a:rPr>
              <a:t>让空间回应生活方式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01  场地研究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02  空间策略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03  实施路径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4911" y="3896486"/>
            <a:ext cx="577215" cy="1298733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915923" y="4185094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15923" y="4473701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915923" y="4762309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9507569" y="3319272"/>
            <a:ext cx="663797" cy="1875948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08581" y="3607879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9608581" y="3896486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9608581" y="4185094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10315670" y="4185094"/>
            <a:ext cx="519493" cy="1010126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416682" y="4473702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10416682" y="4762309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0416682" y="5050917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8555164" y="5483828"/>
            <a:ext cx="2539746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8555164" y="5368385"/>
            <a:ext cx="0" cy="230886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1094910" y="5368385"/>
            <a:ext cx="0" cy="230886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D444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D4440"/>
                </a:solidFill>
                <a:latin typeface="WenQuanYi Micro Hei"/>
                <a:ea typeface="WenQuanYi Micro Hei"/>
              </a:rPr>
              <a:t>让空间回应生活方式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D4440"/>
                </a:solidFill>
                <a:latin typeface="WenQuanYi Micro Hei"/>
                <a:ea typeface="WenQuanYi Micro Hei"/>
              </a:rPr>
              <a:t>场地研究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分析场地条件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与使用人群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7967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D4440"/>
                </a:solidFill>
                <a:latin typeface="WenQuanYi Micro Hei"/>
                <a:ea typeface="WenQuanYi Micro Hei"/>
              </a:rPr>
              <a:t>空间策略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阐明空间关系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与设计语言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7967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D4440"/>
                </a:solidFill>
                <a:latin typeface="WenQuanYi Micro Hei"/>
                <a:ea typeface="WenQuanYi Micro Hei"/>
              </a:rPr>
              <a:t>实施路径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明确工序衔接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D4440"/>
                </a:solidFill>
                <a:latin typeface="WenQuanYi Micro Hei"/>
                <a:ea typeface="WenQuanYi Micro Hei"/>
              </a:rPr>
              <a:t>与质量目标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7967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EB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  /  建筑空间·城市规划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62575" y="1202055"/>
            <a:ext cx="419100" cy="94297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35917" y="1411605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5435917" y="1621154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35917" y="1830705"/>
            <a:ext cx="27241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865495" y="782955"/>
            <a:ext cx="481965" cy="136207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938837" y="992505"/>
            <a:ext cx="3352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938837" y="1202055"/>
            <a:ext cx="3352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938837" y="1411605"/>
            <a:ext cx="33528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6452234" y="1411605"/>
            <a:ext cx="377190" cy="733425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525577" y="1621155"/>
            <a:ext cx="23050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525577" y="1830705"/>
            <a:ext cx="23050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525577" y="2040254"/>
            <a:ext cx="230505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5173980" y="2354580"/>
            <a:ext cx="1844040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173980" y="2270760"/>
            <a:ext cx="0" cy="16764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018020" y="2270760"/>
            <a:ext cx="0" cy="16764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4D444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9C7967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让每一处空间承载更好的生活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建筑空间·城市规划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