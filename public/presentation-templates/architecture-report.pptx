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4D4440"/>
                </a:solidFill>
                <a:latin typeface="WenQuanYi Micro Hei"/>
                <a:ea typeface="WenQuanYi Micro Hei"/>
              </a:rPr>
              <a:t>建筑空间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4D4440"/>
                </a:solidFill>
                <a:latin typeface="WenQuanYi Micro Hei"/>
                <a:ea typeface="WenQuanYi Micro Hei"/>
              </a:rPr>
              <a:t>项目汇报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D4440"/>
                </a:solidFill>
                <a:latin typeface="WenQuanYi Micro Hei"/>
                <a:ea typeface="WenQuanYi Micro Hei"/>
              </a:rPr>
              <a:t>以节点回顾项目进展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9010650" y="1939289"/>
            <a:ext cx="495299" cy="1114425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097327" y="2186940"/>
            <a:ext cx="32194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097327" y="2434590"/>
            <a:ext cx="32194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9097327" y="2682240"/>
            <a:ext cx="32194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9605010" y="1443990"/>
            <a:ext cx="569595" cy="1609725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691687" y="1691640"/>
            <a:ext cx="39624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691687" y="1939289"/>
            <a:ext cx="39624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691687" y="2186940"/>
            <a:ext cx="39624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5" name="Rectangle 14"/>
          <p:cNvSpPr/>
          <p:nvPr/>
        </p:nvSpPr>
        <p:spPr>
          <a:xfrm>
            <a:off x="10298430" y="2186940"/>
            <a:ext cx="445770" cy="866775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385107" y="2434590"/>
            <a:ext cx="27241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385107" y="2682240"/>
            <a:ext cx="27241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0385107" y="2929890"/>
            <a:ext cx="27241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787765" y="3301365"/>
            <a:ext cx="2179320" cy="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787765" y="3202305"/>
            <a:ext cx="0" cy="19812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10967085" y="3202305"/>
            <a:ext cx="0" cy="19812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场地研究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空间策略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实施路径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5EFE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D4440"/>
                </a:solidFill>
                <a:latin typeface="WenQuanYi Micro Hei"/>
                <a:ea typeface="WenQuanYi Micro Hei"/>
              </a:rPr>
              <a:t>建筑空间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D4440"/>
                </a:solidFill>
                <a:latin typeface="WenQuanYi Micro Hei"/>
                <a:ea typeface="WenQuanYi Micro Hei"/>
              </a:rPr>
              <a:t>以节点回顾项目进展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5EFEB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5EFEB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5EFEB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D4440"/>
                </a:solidFill>
                <a:latin typeface="WenQuanYi Micro Hei"/>
                <a:ea typeface="WenQuanYi Micro Hei"/>
              </a:rPr>
              <a:t>完成面积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4D4440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9C7967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D4440"/>
                </a:solidFill>
                <a:latin typeface="WenQuanYi Micro Hei"/>
                <a:ea typeface="WenQuanYi Micro Hei"/>
              </a:rPr>
              <a:t>节点达成率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4D4440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9C7967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D4440"/>
                </a:solidFill>
                <a:latin typeface="WenQuanYi Micro Hei"/>
                <a:ea typeface="WenQuanYi Micro Hei"/>
              </a:rPr>
              <a:t>质量验收率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4D4440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9C7967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EB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OPEN OFFICE  /  建筑空间·项目汇报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4D4440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4D4440"/>
                </a:solidFill>
                <a:latin typeface="WenQuanYi Micro Hei"/>
                <a:ea typeface="WenQuanYi Micro Hei"/>
              </a:rPr>
              <a:t>让每一处空间承载更好的生活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C7967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建筑空间·项目汇报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