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5912" y="1333500"/>
            <a:ext cx="1381125" cy="1190625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53100" y="833437"/>
            <a:ext cx="666750" cy="809625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43537" y="1381125"/>
            <a:ext cx="1285875" cy="38100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0225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6975" y="1905000"/>
            <a:ext cx="214312" cy="2857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零售电商·品牌策略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E333B"/>
                </a:solidFill>
                <a:latin typeface="WenQuanYi Micro Hei"/>
                <a:ea typeface="WenQuanYi Micro Hei"/>
              </a:rPr>
              <a:t>以用户价值驱动生意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333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A6A64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E333B"/>
                </a:solidFill>
                <a:latin typeface="WenQuanYi Micro Hei"/>
                <a:ea typeface="WenQuanYi Micro Hei"/>
              </a:rPr>
              <a:t>以用户价值驱动生意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333B"/>
                </a:solidFill>
                <a:latin typeface="WenQuanYi Micro Hei"/>
                <a:ea typeface="WenQuanYi Micro Hei"/>
              </a:rPr>
              <a:t>消费洞察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描述人群画像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与购买场景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A6A64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333B"/>
                </a:solidFill>
                <a:latin typeface="WenQuanYi Micro Hei"/>
                <a:ea typeface="WenQuanYi Micro Hei"/>
              </a:rPr>
              <a:t>商品组合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明确核心商品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与差异卖点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A6A64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333B"/>
                </a:solidFill>
                <a:latin typeface="WenQuanYi Micro Hei"/>
                <a:ea typeface="WenQuanYi Micro Hei"/>
              </a:rPr>
              <a:t>全域运营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连接渠道触达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E333B"/>
                </a:solidFill>
                <a:latin typeface="WenQuanYi Micro Hei"/>
                <a:ea typeface="WenQuanYi Micro Hei"/>
              </a:rPr>
              <a:t>与会员运营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A6A64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0EC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  /  零售电商·品牌策略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5E333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E333B"/>
                </a:solidFill>
                <a:latin typeface="WenQuanYi Micro Hei"/>
                <a:ea typeface="WenQuanYi Micro Hei"/>
              </a:rPr>
              <a:t>让每一次选择都值得期待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A6A6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零售电商·品牌策略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