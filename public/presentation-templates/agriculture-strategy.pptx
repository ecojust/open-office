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105775" y="0"/>
            <a:ext cx="4086225" cy="6858000"/>
          </a:xfrm>
          <a:prstGeom prst="rect">
            <a:avLst/>
          </a:prstGeom>
          <a:solidFill>
            <a:srgbClr val="3D4B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096249" y="0"/>
            <a:ext cx="123824" cy="6858000"/>
          </a:xfrm>
          <a:prstGeom prst="rect">
            <a:avLst/>
          </a:prstGeom>
          <a:solidFill>
            <a:srgbClr val="7C944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9929622" y="2332672"/>
            <a:ext cx="0" cy="1894142"/>
          </a:xfrm>
          <a:prstGeom prst="line">
            <a:avLst/>
          </a:prstGeom>
          <a:ln w="38100">
            <a:solidFill>
              <a:srgbClr val="7C9441"/>
            </a:solidFill>
          </a:ln>
          <a:effectLst/>
        </p:spPr>
      </p:cxnSp>
      <p:sp>
        <p:nvSpPr>
          <p:cNvPr id="6" name="Oval 5"/>
          <p:cNvSpPr/>
          <p:nvPr/>
        </p:nvSpPr>
        <p:spPr>
          <a:xfrm>
            <a:off x="9215437" y="2487930"/>
            <a:ext cx="621030" cy="341566"/>
          </a:xfrm>
          <a:prstGeom prst="ellipse">
            <a:avLst/>
          </a:prstGeom>
          <a:solidFill>
            <a:srgbClr val="F4F6E8"/>
          </a:solidFill>
          <a:ln w="19050">
            <a:solidFill>
              <a:srgbClr val="7C944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053828" y="2705290"/>
            <a:ext cx="621030" cy="341566"/>
          </a:xfrm>
          <a:prstGeom prst="ellipse">
            <a:avLst/>
          </a:prstGeom>
          <a:solidFill>
            <a:srgbClr val="F4F6E8"/>
          </a:solidFill>
          <a:ln w="19050">
            <a:solidFill>
              <a:srgbClr val="7C944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215437" y="2984754"/>
            <a:ext cx="621030" cy="341566"/>
          </a:xfrm>
          <a:prstGeom prst="ellipse">
            <a:avLst/>
          </a:prstGeom>
          <a:solidFill>
            <a:srgbClr val="F4F6E8"/>
          </a:solidFill>
          <a:ln w="19050">
            <a:solidFill>
              <a:srgbClr val="7C944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053828" y="3202114"/>
            <a:ext cx="621030" cy="341566"/>
          </a:xfrm>
          <a:prstGeom prst="ellipse">
            <a:avLst/>
          </a:prstGeom>
          <a:solidFill>
            <a:srgbClr val="F4F6E8"/>
          </a:solidFill>
          <a:ln w="19050">
            <a:solidFill>
              <a:srgbClr val="7C944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215437" y="3481577"/>
            <a:ext cx="621030" cy="341566"/>
          </a:xfrm>
          <a:prstGeom prst="ellipse">
            <a:avLst/>
          </a:prstGeom>
          <a:solidFill>
            <a:srgbClr val="F4F6E8"/>
          </a:solidFill>
          <a:ln w="19050">
            <a:solidFill>
              <a:srgbClr val="7C944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053828" y="3698938"/>
            <a:ext cx="621030" cy="341566"/>
          </a:xfrm>
          <a:prstGeom prst="ellipse">
            <a:avLst/>
          </a:prstGeom>
          <a:solidFill>
            <a:srgbClr val="F4F6E8"/>
          </a:solidFill>
          <a:ln w="19050">
            <a:solidFill>
              <a:srgbClr val="7C944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8687562" y="4413123"/>
            <a:ext cx="2577274" cy="0"/>
          </a:xfrm>
          <a:prstGeom prst="line">
            <a:avLst/>
          </a:prstGeom>
          <a:ln w="19050">
            <a:solidFill>
              <a:srgbClr val="7C9441"/>
            </a:solidFill>
          </a:ln>
          <a:effectLst/>
        </p:spPr>
      </p:cxnSp>
      <p:cxnSp>
        <p:nvCxnSpPr>
          <p:cNvPr id="13" name="Connector 12"/>
          <p:cNvCxnSpPr/>
          <p:nvPr/>
        </p:nvCxnSpPr>
        <p:spPr>
          <a:xfrm>
            <a:off x="8687562" y="4568380"/>
            <a:ext cx="2577274" cy="0"/>
          </a:xfrm>
          <a:prstGeom prst="line">
            <a:avLst/>
          </a:prstGeom>
          <a:ln w="19050">
            <a:solidFill>
              <a:srgbClr val="7C9441"/>
            </a:solidFill>
          </a:ln>
          <a:effectLst/>
        </p:spPr>
      </p:cxnSp>
      <p:cxnSp>
        <p:nvCxnSpPr>
          <p:cNvPr id="14" name="Connector 13"/>
          <p:cNvCxnSpPr/>
          <p:nvPr/>
        </p:nvCxnSpPr>
        <p:spPr>
          <a:xfrm>
            <a:off x="8687562" y="4723637"/>
            <a:ext cx="2577274" cy="0"/>
          </a:xfrm>
          <a:prstGeom prst="line">
            <a:avLst/>
          </a:prstGeom>
          <a:ln w="19050">
            <a:solidFill>
              <a:srgbClr val="7C9441"/>
            </a:solidFill>
          </a:ln>
          <a:effectLst/>
        </p:spPr>
      </p:cxnSp>
      <p:sp>
        <p:nvSpPr>
          <p:cNvPr id="15" name="TextBox 14"/>
          <p:cNvSpPr txBox="1"/>
          <p:nvPr/>
        </p:nvSpPr>
        <p:spPr>
          <a:xfrm>
            <a:off x="685800" y="1619250"/>
            <a:ext cx="7048500" cy="164496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6176"/>
              </a:lnSpc>
              <a:spcBef>
                <a:spcPts val="0"/>
              </a:spcBef>
              <a:spcAft>
                <a:spcPts val="0"/>
              </a:spcAft>
            </a:pPr>
            <a:r>
              <a:rPr sz="4575" b="1">
                <a:solidFill>
                  <a:srgbClr val="3D4B27"/>
                </a:solidFill>
                <a:latin typeface="WenQuanYi Micro Hei"/>
                <a:ea typeface="WenQuanYi Micro Hei"/>
              </a:rPr>
              <a:t>农业食品</a:t>
            </a:r>
          </a:p>
          <a:p>
            <a:pPr algn="l">
              <a:lnSpc>
                <a:spcPts val="6176"/>
              </a:lnSpc>
              <a:spcBef>
                <a:spcPts val="0"/>
              </a:spcBef>
              <a:spcAft>
                <a:spcPts val="0"/>
              </a:spcAft>
            </a:pPr>
            <a:r>
              <a:rPr sz="4575" b="1">
                <a:solidFill>
                  <a:srgbClr val="3D4B27"/>
                </a:solidFill>
                <a:latin typeface="WenQuanYi Micro Hei"/>
                <a:ea typeface="WenQuanYi Micro Hei"/>
              </a:rPr>
              <a:t>乡村规划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3900" y="3476625"/>
            <a:ext cx="6953250" cy="4048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1875" b="0">
                <a:solidFill>
                  <a:srgbClr val="3D4B27"/>
                </a:solidFill>
                <a:latin typeface="WenQuanYi Micro Hei"/>
                <a:ea typeface="WenQuanYi Micro Hei"/>
              </a:rPr>
              <a:t>让土地孕育新的可能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900" y="5353050"/>
            <a:ext cx="6667500" cy="3076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22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3D4B27"/>
                </a:solidFill>
                <a:latin typeface="WenQuanYi Micro Hei"/>
                <a:ea typeface="WenQuanYi Micro Hei"/>
              </a:rPr>
              <a:t>汇报人：你的名字  /  日期：20XX.XX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3900" y="542925"/>
            <a:ext cx="9525000" cy="2562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17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7C9441"/>
                </a:solidFill>
                <a:latin typeface="WenQuanYi Micro Hei"/>
                <a:ea typeface="WenQuanYi Micro Hei"/>
              </a:rPr>
              <a:t>OPEN OFFICE  /  战略规划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71500"/>
            <a:ext cx="361950" cy="66675"/>
          </a:xfrm>
          <a:prstGeom prst="rect">
            <a:avLst/>
          </a:prstGeom>
          <a:solidFill>
            <a:srgbClr val="7C944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5375" y="571500"/>
            <a:ext cx="114300" cy="66675"/>
          </a:xfrm>
          <a:prstGeom prst="rect">
            <a:avLst/>
          </a:prstGeom>
          <a:solidFill>
            <a:srgbClr val="3D4B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876300"/>
            <a:ext cx="10820400" cy="69627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353"/>
              </a:lnSpc>
              <a:spcBef>
                <a:spcPts val="0"/>
              </a:spcBef>
              <a:spcAft>
                <a:spcPts val="0"/>
              </a:spcAft>
            </a:pPr>
            <a:r>
              <a:rPr sz="3225" b="1">
                <a:solidFill>
                  <a:srgbClr val="3D4B27"/>
                </a:solidFill>
                <a:latin typeface="WenQuanYi Micro Hei"/>
                <a:ea typeface="WenQuanYi Micro Hei"/>
              </a:rPr>
              <a:t>农业食品 / 从方向到行动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4375" y="1495425"/>
            <a:ext cx="1066800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3D4B27"/>
                </a:solidFill>
                <a:latin typeface="WenQuanYi Micro Hei"/>
                <a:ea typeface="WenQuanYi Micro Hei"/>
              </a:rPr>
              <a:t>让土地孕育新的可能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219325"/>
            <a:ext cx="3143250" cy="3362325"/>
          </a:xfrm>
          <a:prstGeom prst="rect">
            <a:avLst/>
          </a:prstGeom>
          <a:solidFill>
            <a:srgbClr val="3D4B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2500" y="2543175"/>
            <a:ext cx="2609850" cy="43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33"/>
              </a:lnSpc>
              <a:spcBef>
                <a:spcPts val="0"/>
              </a:spcBef>
              <a:spcAft>
                <a:spcPts val="0"/>
              </a:spcAft>
            </a:pPr>
            <a:r>
              <a:rPr sz="2025" b="1">
                <a:solidFill>
                  <a:srgbClr val="FFFFFF"/>
                </a:solidFill>
                <a:latin typeface="WenQuanYi Micro Hei"/>
                <a:ea typeface="WenQuanYi Micro Hei"/>
              </a:rPr>
              <a:t>共同目标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2500" y="3190875"/>
            <a:ext cx="2609850" cy="12592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105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F4F6E8"/>
                </a:solidFill>
                <a:latin typeface="WenQuanYi Micro Hei"/>
                <a:ea typeface="WenQuanYi Micro Hei"/>
              </a:rPr>
              <a:t>明确目标人群</a:t>
            </a:r>
          </a:p>
          <a:p>
            <a:pPr algn="l">
              <a:lnSpc>
                <a:spcPts val="3105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F4F6E8"/>
                </a:solidFill>
                <a:latin typeface="WenQuanYi Micro Hei"/>
                <a:ea typeface="WenQuanYi Micro Hei"/>
              </a:rPr>
              <a:t>定义成功标准</a:t>
            </a:r>
          </a:p>
          <a:p>
            <a:pPr algn="l">
              <a:lnSpc>
                <a:spcPts val="3105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F4F6E8"/>
                </a:solidFill>
                <a:latin typeface="WenQuanYi Micro Hei"/>
                <a:ea typeface="WenQuanYi Micro Hei"/>
              </a:rPr>
              <a:t>聚焦优先行动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90999" y="2257425"/>
            <a:ext cx="7315200" cy="942975"/>
          </a:xfrm>
          <a:prstGeom prst="rect">
            <a:avLst/>
          </a:prstGeom>
          <a:solidFill>
            <a:srgbClr val="F4F6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19600" y="2409825"/>
            <a:ext cx="762000" cy="4857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037"/>
              </a:lnSpc>
              <a:spcBef>
                <a:spcPts val="0"/>
              </a:spcBef>
              <a:spcAft>
                <a:spcPts val="0"/>
              </a:spcAft>
            </a:pPr>
            <a:r>
              <a:rPr sz="2250" b="1">
                <a:solidFill>
                  <a:srgbClr val="7C9441"/>
                </a:solidFill>
                <a:latin typeface="WenQuanYi Micro Hei"/>
                <a:ea typeface="WenQuanYi Micro He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48275" y="2381250"/>
            <a:ext cx="5810250" cy="4048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3D4B27"/>
                </a:solidFill>
                <a:latin typeface="WenQuanYi Micro Hei"/>
                <a:ea typeface="WenQuanYi Micro Hei"/>
              </a:rPr>
              <a:t>产地资源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48275" y="2762250"/>
            <a:ext cx="5810250" cy="3333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3D4B27"/>
                </a:solidFill>
                <a:latin typeface="WenQuanYi Micro Hei"/>
                <a:ea typeface="WenQuanYi Micro Hei"/>
              </a:rPr>
              <a:t>说明产地条件与资源优势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90999" y="3371850"/>
            <a:ext cx="7315200" cy="942975"/>
          </a:xfrm>
          <a:prstGeom prst="rect">
            <a:avLst/>
          </a:prstGeom>
          <a:solidFill>
            <a:srgbClr val="F4F6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9600" y="3524250"/>
            <a:ext cx="762000" cy="4857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037"/>
              </a:lnSpc>
              <a:spcBef>
                <a:spcPts val="0"/>
              </a:spcBef>
              <a:spcAft>
                <a:spcPts val="0"/>
              </a:spcAft>
            </a:pPr>
            <a:r>
              <a:rPr sz="2250" b="1">
                <a:solidFill>
                  <a:srgbClr val="7C9441"/>
                </a:solidFill>
                <a:latin typeface="WenQuanYi Micro Hei"/>
                <a:ea typeface="WenQuanYi Micro He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48275" y="3495675"/>
            <a:ext cx="5810250" cy="4048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3D4B27"/>
                </a:solidFill>
                <a:latin typeface="WenQuanYi Micro Hei"/>
                <a:ea typeface="WenQuanYi Micro Hei"/>
              </a:rPr>
              <a:t>品质管理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48275" y="3876674"/>
            <a:ext cx="5810250" cy="3333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3D4B27"/>
                </a:solidFill>
                <a:latin typeface="WenQuanYi Micro Hei"/>
                <a:ea typeface="WenQuanYi Micro Hei"/>
              </a:rPr>
              <a:t>建立生产标准与质量控制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90999" y="4486275"/>
            <a:ext cx="7315200" cy="942975"/>
          </a:xfrm>
          <a:prstGeom prst="rect">
            <a:avLst/>
          </a:prstGeom>
          <a:solidFill>
            <a:srgbClr val="F4F6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19600" y="4638675"/>
            <a:ext cx="762000" cy="4857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037"/>
              </a:lnSpc>
              <a:spcBef>
                <a:spcPts val="0"/>
              </a:spcBef>
              <a:spcAft>
                <a:spcPts val="0"/>
              </a:spcAft>
            </a:pPr>
            <a:r>
              <a:rPr sz="2250" b="1">
                <a:solidFill>
                  <a:srgbClr val="7C9441"/>
                </a:solidFill>
                <a:latin typeface="WenQuanYi Micro Hei"/>
                <a:ea typeface="WenQuanYi Micro He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48275" y="4610100"/>
            <a:ext cx="5810250" cy="4048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3D4B27"/>
                </a:solidFill>
                <a:latin typeface="WenQuanYi Micro Hei"/>
                <a:ea typeface="WenQuanYi Micro Hei"/>
              </a:rPr>
              <a:t>市场连接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48275" y="4991100"/>
            <a:ext cx="5810250" cy="3333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3D4B27"/>
                </a:solidFill>
                <a:latin typeface="WenQuanYi Micro Hei"/>
                <a:ea typeface="WenQuanYi Micro Hei"/>
              </a:rPr>
              <a:t>连接产品定位与销售渠道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85800" y="6200775"/>
            <a:ext cx="10820400" cy="0"/>
          </a:xfrm>
          <a:prstGeom prst="line">
            <a:avLst/>
          </a:prstGeom>
          <a:ln w="9525">
            <a:solidFill>
              <a:srgbClr val="F4F6E8"/>
            </a:solidFill>
          </a:ln>
          <a:effectLst/>
        </p:spPr>
      </p:cxnSp>
      <p:sp>
        <p:nvSpPr>
          <p:cNvPr id="23" name="TextBox 22"/>
          <p:cNvSpPr txBox="1"/>
          <p:nvPr/>
        </p:nvSpPr>
        <p:spPr>
          <a:xfrm>
            <a:off x="685800" y="6334125"/>
            <a:ext cx="7620000" cy="2305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D4B27"/>
                </a:solidFill>
                <a:latin typeface="WenQuanYi Micro Hei"/>
                <a:ea typeface="WenQuanYi Micro Hei"/>
              </a:rPr>
              <a:t>OPEN OFFICE  /  农业食品·乡村规划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39450" y="6334125"/>
            <a:ext cx="666750" cy="2305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D4B27"/>
                </a:solidFill>
                <a:latin typeface="WenQuanYi Micro Hei"/>
                <a:ea typeface="WenQuanYi Micro Hei"/>
              </a:rPr>
              <a:t>02 / 03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23900" y="714375"/>
            <a:ext cx="10744200" cy="5429250"/>
          </a:xfrm>
          <a:prstGeom prst="rect">
            <a:avLst/>
          </a:prstGeom>
          <a:noFill/>
          <a:ln w="19050">
            <a:solidFill>
              <a:srgbClr val="7C944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57850" y="1685925"/>
            <a:ext cx="876300" cy="66675"/>
          </a:xfrm>
          <a:prstGeom prst="rect">
            <a:avLst/>
          </a:prstGeom>
          <a:solidFill>
            <a:srgbClr val="7C944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33500" y="2619375"/>
            <a:ext cx="9525000" cy="136016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8505"/>
              </a:lnSpc>
              <a:spcBef>
                <a:spcPts val="0"/>
              </a:spcBef>
              <a:spcAft>
                <a:spcPts val="0"/>
              </a:spcAft>
            </a:pPr>
            <a:r>
              <a:rPr sz="6300" b="0">
                <a:solidFill>
                  <a:srgbClr val="3D4B27"/>
                </a:solidFill>
                <a:latin typeface="WenQuanYi Micro Hei"/>
                <a:ea typeface="WenQuanYi Micro Hei"/>
              </a:rPr>
              <a:t>Open Office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33500" y="3905249"/>
            <a:ext cx="9525000" cy="4210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632"/>
              </a:lnSpc>
              <a:spcBef>
                <a:spcPts val="0"/>
              </a:spcBef>
              <a:spcAft>
                <a:spcPts val="0"/>
              </a:spcAft>
            </a:pPr>
            <a:r>
              <a:rPr sz="1950" b="0">
                <a:solidFill>
                  <a:srgbClr val="3D4B27"/>
                </a:solidFill>
                <a:latin typeface="WenQuanYi Micro Hei"/>
                <a:ea typeface="WenQuanYi Micro Hei"/>
              </a:rPr>
              <a:t>一份耕耘，连接美好生活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3500" y="5114925"/>
            <a:ext cx="952500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7C9441"/>
                </a:solidFill>
                <a:latin typeface="WenQuanYi Micro Hei"/>
                <a:ea typeface="WenQuanYi Micro Hei"/>
              </a:rPr>
              <a:t>谢谢观看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pen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pen Office">
      <a:majorFont>
        <a:latin typeface="WenQuanYi Micro Hei"/>
        <a:ea typeface="WenQuanYi Micro Hei"/>
        <a:cs typeface="WenQuanYi Micro Hei"/>
        <a:font script="Jpan" typeface="WenQuanYi Micro Hei"/>
        <a:font script="Hang" typeface="WenQuanYi Micro Hei"/>
        <a:font script="Hans" typeface="WenQuanYi Micro Hei"/>
        <a:font script="Hant" typeface="WenQuanYi Micro Hei"/>
        <a:font script="Arab" typeface="WenQuanYi Micro Hei"/>
        <a:font script="Hebr" typeface="WenQuanYi Micro Hei"/>
        <a:font script="Thai" typeface="WenQuanYi Micro Hei"/>
        <a:font script="Ethi" typeface="WenQuanYi Micro Hei"/>
        <a:font script="Beng" typeface="WenQuanYi Micro Hei"/>
        <a:font script="Gujr" typeface="WenQuanYi Micro Hei"/>
        <a:font script="Khmr" typeface="WenQuanYi Micro Hei"/>
        <a:font script="Knda" typeface="WenQuanYi Micro Hei"/>
        <a:font script="Guru" typeface="WenQuanYi Micro Hei"/>
        <a:font script="Cans" typeface="WenQuanYi Micro Hei"/>
        <a:font script="Cher" typeface="WenQuanYi Micro Hei"/>
        <a:font script="Yiii" typeface="WenQuanYi Micro Hei"/>
        <a:font script="Tibt" typeface="WenQuanYi Micro Hei"/>
        <a:font script="Thaa" typeface="WenQuanYi Micro Hei"/>
        <a:font script="Deva" typeface="WenQuanYi Micro Hei"/>
        <a:font script="Telu" typeface="WenQuanYi Micro Hei"/>
        <a:font script="Taml" typeface="WenQuanYi Micro Hei"/>
        <a:font script="Syrc" typeface="WenQuanYi Micro Hei"/>
        <a:font script="Orya" typeface="WenQuanYi Micro Hei"/>
        <a:font script="Mlym" typeface="WenQuanYi Micro Hei"/>
        <a:font script="Laoo" typeface="WenQuanYi Micro Hei"/>
        <a:font script="Sinh" typeface="WenQuanYi Micro Hei"/>
        <a:font script="Mong" typeface="WenQuanYi Micro Hei"/>
        <a:font script="Viet" typeface="WenQuanYi Micro Hei"/>
        <a:font script="Uigh" typeface="WenQuanYi Micro Hei"/>
        <a:font script="Geor" typeface="WenQuanYi Micro Hei"/>
      </a:majorFont>
      <a:minorFont>
        <a:latin typeface="WenQuanYi Micro Hei"/>
        <a:ea typeface="WenQuanYi Micro Hei"/>
        <a:cs typeface="WenQuanYi Micro Hei"/>
        <a:font script="Jpan" typeface="WenQuanYi Micro Hei"/>
        <a:font script="Hang" typeface="WenQuanYi Micro Hei"/>
        <a:font script="Hans" typeface="WenQuanYi Micro Hei"/>
        <a:font script="Hant" typeface="WenQuanYi Micro Hei"/>
        <a:font script="Arab" typeface="WenQuanYi Micro Hei"/>
        <a:font script="Hebr" typeface="WenQuanYi Micro Hei"/>
        <a:font script="Thai" typeface="WenQuanYi Micro Hei"/>
        <a:font script="Ethi" typeface="WenQuanYi Micro Hei"/>
        <a:font script="Beng" typeface="WenQuanYi Micro Hei"/>
        <a:font script="Gujr" typeface="WenQuanYi Micro Hei"/>
        <a:font script="Khmr" typeface="WenQuanYi Micro Hei"/>
        <a:font script="Knda" typeface="WenQuanYi Micro Hei"/>
        <a:font script="Guru" typeface="WenQuanYi Micro Hei"/>
        <a:font script="Cans" typeface="WenQuanYi Micro Hei"/>
        <a:font script="Cher" typeface="WenQuanYi Micro Hei"/>
        <a:font script="Yiii" typeface="WenQuanYi Micro Hei"/>
        <a:font script="Tibt" typeface="WenQuanYi Micro Hei"/>
        <a:font script="Thaa" typeface="WenQuanYi Micro Hei"/>
        <a:font script="Deva" typeface="WenQuanYi Micro Hei"/>
        <a:font script="Telu" typeface="WenQuanYi Micro Hei"/>
        <a:font script="Taml" typeface="WenQuanYi Micro Hei"/>
        <a:font script="Syrc" typeface="WenQuanYi Micro Hei"/>
        <a:font script="Orya" typeface="WenQuanYi Micro Hei"/>
        <a:font script="Mlym" typeface="WenQuanYi Micro Hei"/>
        <a:font script="Laoo" typeface="WenQuanYi Micro Hei"/>
        <a:font script="Sinh" typeface="WenQuanYi Micro Hei"/>
        <a:font script="Mong" typeface="WenQuanYi Micro Hei"/>
        <a:font script="Viet" typeface="WenQuanYi Micro Hei"/>
        <a:font script="Uigh" typeface="WenQuanYi Micro Hei"/>
        <a:font script="Geor" typeface="WenQuanYi Micro He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Open Office</Application>
  <PresentationFormat>Widescreen</PresentationFormat>
  <Slides>3</Slides>
  <Notes>0</Notes>
  <HiddenSlides>0</HiddenSlides>
  <AppVersion>1.0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农业食品·乡村规划</dc:title>
  <dc:subject>Open Office 原创演示模板</dc:subject>
  <dc:creator>Open Office</dc:creator>
  <cp:keywords/>
  <dc:description>Original editable vector artwork; generated by generate-presentation-templates.py.</dc:description>
  <cp:lastModifiedBy>Open Office</cp:lastModifiedBy>
  <cp:revision>1</cp:revision>
  <dcterms:created xsi:type="dcterms:W3CDTF">2026-01-01T00:00:00Z</dcterms:created>
  <dcterms:modified xsi:type="dcterms:W3CDTF">2026-01-01T00:00:00Z</dcterms:modified>
  <cp:category/>
</cp:coreProperties>
</file>