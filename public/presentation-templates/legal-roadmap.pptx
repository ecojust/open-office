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991725" y="2239518"/>
            <a:ext cx="0" cy="2235707"/>
          </a:xfrm>
          <a:prstGeom prst="line">
            <a:avLst/>
          </a:prstGeom>
          <a:ln w="38100">
            <a:solidFill>
              <a:srgbClr val="F4F1EA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060180" y="2767393"/>
            <a:ext cx="186309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9432798" y="4475225"/>
            <a:ext cx="1117854" cy="186309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8625458" y="2767393"/>
            <a:ext cx="434722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060180" y="2767393"/>
            <a:ext cx="434721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625458" y="3667886"/>
            <a:ext cx="869443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8889396" y="2301621"/>
            <a:ext cx="341566" cy="341566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488549" y="2767393"/>
            <a:ext cx="434721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923270" y="2767393"/>
            <a:ext cx="434721" cy="90049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488549" y="3667886"/>
            <a:ext cx="869442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10752486" y="2301621"/>
            <a:ext cx="341566" cy="341566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63B42"/>
                </a:solidFill>
                <a:latin typeface="WenQuanYi Micro Hei"/>
                <a:ea typeface="WenQuanYi Micro Hei"/>
              </a:rPr>
              <a:t>法律咨询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363B42"/>
                </a:solidFill>
                <a:latin typeface="WenQuanYi Micro Hei"/>
                <a:ea typeface="WenQuanYi Micro Hei"/>
              </a:rPr>
              <a:t>治理计划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363B42"/>
                </a:solidFill>
                <a:latin typeface="WenQuanYi Micro Hei"/>
                <a:ea typeface="WenQuanYi Micro Hei"/>
              </a:rPr>
              <a:t>将治理目标落到具体行动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63B42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7754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63B42"/>
                </a:solidFill>
                <a:latin typeface="WenQuanYi Micro Hei"/>
                <a:ea typeface="WenQuanYi Micro Hei"/>
              </a:rPr>
              <a:t>法律咨询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将治理目标落到具体行动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63B42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3B42"/>
                </a:solidFill>
                <a:latin typeface="WenQuanYi Micro Hei"/>
                <a:ea typeface="WenQuanYi Micro Hei"/>
              </a:rPr>
              <a:t>材料收集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63B42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3B42"/>
                </a:solidFill>
                <a:latin typeface="WenQuanYi Micro Hei"/>
                <a:ea typeface="WenQuanYi Micro Hei"/>
              </a:rPr>
              <a:t>专业审查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63B42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63B42"/>
                </a:solidFill>
                <a:latin typeface="WenQuanYi Micro Hei"/>
                <a:ea typeface="WenQuanYi Micro Hei"/>
              </a:rPr>
              <a:t>意见反馈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63B42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1EA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OPEN OFFICE  /  法律咨询·治理计划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63B42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3B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934575" y="1238250"/>
            <a:ext cx="0" cy="1714500"/>
          </a:xfrm>
          <a:prstGeom prst="line">
            <a:avLst/>
          </a:prstGeom>
          <a:ln w="38100">
            <a:solidFill>
              <a:srgbClr val="F4F1EA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220200" y="1643062"/>
            <a:ext cx="142875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9505950" y="2952750"/>
            <a:ext cx="857250" cy="142875"/>
          </a:xfrm>
          <a:prstGeom prst="rect">
            <a:avLst/>
          </a:prstGeom>
          <a:solidFill>
            <a:srgbClr val="8A77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8886825" y="1643062"/>
            <a:ext cx="333375" cy="69056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220200" y="1643062"/>
            <a:ext cx="333375" cy="69056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886825" y="2333625"/>
            <a:ext cx="66675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1" name="Oval 10"/>
          <p:cNvSpPr/>
          <p:nvPr/>
        </p:nvSpPr>
        <p:spPr>
          <a:xfrm>
            <a:off x="9089231" y="1285875"/>
            <a:ext cx="261937" cy="261937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315575" y="1643062"/>
            <a:ext cx="333375" cy="69056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648950" y="1643062"/>
            <a:ext cx="333375" cy="690563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315575" y="2333625"/>
            <a:ext cx="666750" cy="0"/>
          </a:xfrm>
          <a:prstGeom prst="line">
            <a:avLst/>
          </a:prstGeom>
          <a:ln w="38100">
            <a:solidFill>
              <a:srgbClr val="8A7754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10517981" y="1285875"/>
            <a:ext cx="261937" cy="261937"/>
          </a:xfrm>
          <a:prstGeom prst="ellipse">
            <a:avLst/>
          </a:prstGeom>
          <a:solidFill>
            <a:srgbClr val="F4F1EA"/>
          </a:solidFill>
          <a:ln w="19050">
            <a:solidFill>
              <a:srgbClr val="8A775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4F1EA"/>
                </a:solidFill>
                <a:latin typeface="WenQuanYi Micro Hei"/>
                <a:ea typeface="WenQuanYi Micro Hei"/>
              </a:rPr>
              <a:t>以清晰的规则，支持稳健的决策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8A7754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4F1EA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法律咨询·治理计划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