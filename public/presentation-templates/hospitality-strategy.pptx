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73F2C"/>
                </a:solidFill>
                <a:latin typeface="WenQuanYi Micro Hei"/>
                <a:ea typeface="WenQuanYi Micro Hei"/>
              </a:rPr>
              <a:t>门店规划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3F2C"/>
                </a:solidFill>
                <a:latin typeface="WenQuanYi Micro Hei"/>
                <a:ea typeface="WenQuanYi Micro Hei"/>
              </a:rPr>
              <a:t>让好味道连接好生意</a:t>
            </a:r>
          </a:p>
        </p:txBody>
      </p:sp>
      <p:sp>
        <p:nvSpPr>
          <p:cNvPr id="7" name="Oval 6"/>
          <p:cNvSpPr/>
          <p:nvPr/>
        </p:nvSpPr>
        <p:spPr>
          <a:xfrm>
            <a:off x="9233535" y="1567815"/>
            <a:ext cx="1312545" cy="1312545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31655" y="1765934"/>
            <a:ext cx="916305" cy="916305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936355" y="1518285"/>
            <a:ext cx="0" cy="1609724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812530" y="1394460"/>
            <a:ext cx="0" cy="61912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936355" y="1394460"/>
            <a:ext cx="0" cy="61912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060180" y="1394460"/>
            <a:ext cx="0" cy="61912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812530" y="2013585"/>
            <a:ext cx="247650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818494" y="1443990"/>
            <a:ext cx="0" cy="1684019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69905" y="1443990"/>
            <a:ext cx="0" cy="79248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0669905" y="2236470"/>
            <a:ext cx="148589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客群定位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产品出品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门店服务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5E9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73F2C"/>
                </a:solidFill>
                <a:latin typeface="WenQuanYi Micro Hei"/>
                <a:ea typeface="WenQuanYi Micro Hei"/>
              </a:rPr>
              <a:t>让好味道连接好生意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73F2C"/>
                </a:solidFill>
                <a:latin typeface="WenQuanYi Micro Hei"/>
                <a:ea typeface="WenQuanYi Micro Hei"/>
              </a:rPr>
              <a:t>客群定位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分析就餐场景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与顾客偏好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D703B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73F2C"/>
                </a:solidFill>
                <a:latin typeface="WenQuanYi Micro Hei"/>
                <a:ea typeface="WenQuanYi Micro Hei"/>
              </a:rPr>
              <a:t>产品出品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设计菜品结构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与出品标准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D703B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73F2C"/>
                </a:solidFill>
                <a:latin typeface="WenQuanYi Micro Hei"/>
                <a:ea typeface="WenQuanYi Micro Hei"/>
              </a:rPr>
              <a:t>门店服务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建立人员分工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与服务节奏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D703B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9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OPEN OFFICE  /  餐饮服务·门店规划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573F2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73F2C"/>
                </a:solidFill>
                <a:latin typeface="WenQuanYi Micro Hei"/>
                <a:ea typeface="WenQuanYi Micro Hei"/>
              </a:rPr>
              <a:t>把日常滋味，做成值得回来的理由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BD703B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餐饮服务·门店规划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