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公益组织·行动倡议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94047"/>
                </a:solidFill>
                <a:latin typeface="WenQuanYi Micro Hei"/>
                <a:ea typeface="WenQuanYi Micro Hei"/>
              </a:rPr>
              <a:t>让微小行动汇聚改变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0776D"/>
                </a:solidFill>
                <a:latin typeface="WenQuanYi Micro Hei"/>
                <a:ea typeface="WenQuanYi Micro Hei"/>
              </a:rPr>
              <a:t>01  社会需求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0776D"/>
                </a:solidFill>
                <a:latin typeface="WenQuanYi Micro Hei"/>
                <a:ea typeface="WenQuanYi Micro Hei"/>
              </a:rPr>
              <a:t>02  项目行动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0776D"/>
                </a:solidFill>
                <a:latin typeface="WenQuanYi Micro Hei"/>
                <a:ea typeface="WenQuanYi Micro Hei"/>
              </a:rPr>
              <a:t>03  长期影响</a:t>
            </a:r>
          </a:p>
        </p:txBody>
      </p:sp>
      <p:sp>
        <p:nvSpPr>
          <p:cNvPr id="10" name="Oval 9"/>
          <p:cNvSpPr/>
          <p:nvPr/>
        </p:nvSpPr>
        <p:spPr>
          <a:xfrm>
            <a:off x="9594151" y="3088386"/>
            <a:ext cx="490632" cy="49063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7569" y="3665601"/>
            <a:ext cx="663797" cy="461772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28329" y="3925347"/>
            <a:ext cx="490632" cy="49063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746" y="4502562"/>
            <a:ext cx="663797" cy="461772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59974" y="3925347"/>
            <a:ext cx="490632" cy="49063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73391" y="4502562"/>
            <a:ext cx="663797" cy="461772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161240" y="4791170"/>
            <a:ext cx="663797" cy="490633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V="1">
            <a:off x="9825037" y="4791170"/>
            <a:ext cx="750380" cy="490633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9161240" y="4791170"/>
            <a:ext cx="1414177" cy="0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94047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94047"/>
                </a:solidFill>
                <a:latin typeface="WenQuanYi Micro Hei"/>
                <a:ea typeface="WenQuanYi Micro Hei"/>
              </a:rPr>
              <a:t>公益组织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047"/>
                </a:solidFill>
                <a:latin typeface="WenQuanYi Micro Hei"/>
                <a:ea typeface="WenQuanYi Micro Hei"/>
              </a:rPr>
              <a:t>让微小行动汇聚改变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76475"/>
            <a:ext cx="3448050" cy="264795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76475"/>
            <a:ext cx="3448050" cy="57150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925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4047"/>
                </a:solidFill>
                <a:latin typeface="WenQuanYi Micro Hei"/>
                <a:ea typeface="WenQuanYi Micro Hei"/>
              </a:rPr>
              <a:t>社会需求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理解服务人群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的真实处境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776D"/>
                </a:solidFill>
                <a:latin typeface="WenQuanYi Micro Hei"/>
                <a:ea typeface="WenQuanYi Micro Hei"/>
              </a:rPr>
              <a:t>优先事项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1975" y="2276475"/>
            <a:ext cx="3448050" cy="264795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1975" y="2276475"/>
            <a:ext cx="3448050" cy="57150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4047"/>
                </a:solidFill>
                <a:latin typeface="WenQuanYi Micro Hei"/>
                <a:ea typeface="WenQuanYi Micro Hei"/>
              </a:rPr>
              <a:t>项目行动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说明项目活动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与资源配置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776D"/>
                </a:solidFill>
                <a:latin typeface="WenQuanYi Micro Hei"/>
                <a:ea typeface="WenQuanYi Micro Hei"/>
              </a:rPr>
              <a:t>优先事项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8150" y="2276475"/>
            <a:ext cx="3448050" cy="264795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150" y="2276475"/>
            <a:ext cx="3448050" cy="57150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274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4047"/>
                </a:solidFill>
                <a:latin typeface="WenQuanYi Micro Hei"/>
                <a:ea typeface="WenQuanYi Micro Hei"/>
              </a:rPr>
              <a:t>长期影响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4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追踪成果与社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区持续变化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776D"/>
                </a:solidFill>
                <a:latin typeface="WenQuanYi Micro Hei"/>
                <a:ea typeface="WenQuanYi Micro Hei"/>
              </a:rPr>
              <a:t>优先事项 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91125"/>
            <a:ext cx="10820400" cy="466724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50" y="5248275"/>
            <a:ext cx="104013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FFF"/>
                </a:solidFill>
                <a:latin typeface="WenQuanYi Micro Hei"/>
                <a:ea typeface="WenQuanYi Micro Hei"/>
              </a:rPr>
              <a:t>共同基础：目标一致  ·  资源协同  ·  定期复盘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CF0ED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047"/>
                </a:solidFill>
                <a:latin typeface="WenQuanYi Micro Hei"/>
                <a:ea typeface="WenQuanYi Micro Hei"/>
              </a:rPr>
              <a:t>OPEN OFFICE  /  公益组织·行动倡议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04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08784" y="2291715"/>
            <a:ext cx="437197" cy="437197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1632" y="2806065"/>
            <a:ext cx="591502" cy="41148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" y="3037522"/>
            <a:ext cx="437197" cy="437197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0107" y="3551872"/>
            <a:ext cx="591502" cy="41148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80310" y="3037522"/>
            <a:ext cx="437197" cy="437197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3157" y="3551872"/>
            <a:ext cx="591502" cy="41148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323022" y="3809047"/>
            <a:ext cx="591503" cy="437198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914525" y="3809047"/>
            <a:ext cx="668654" cy="437198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323022" y="3809047"/>
            <a:ext cx="1260157" cy="0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59404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594047"/>
                </a:solidFill>
                <a:latin typeface="WenQuanYi Micro Hei"/>
                <a:ea typeface="WenQuanYi Micro Hei"/>
              </a:rPr>
              <a:t>每一份参与，都让改变更近一步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C0776D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C0776D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公益组织·行动倡议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