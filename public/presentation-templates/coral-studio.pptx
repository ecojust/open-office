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6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34450" y="1066800"/>
            <a:ext cx="2466975" cy="2466975"/>
          </a:xfrm>
          <a:prstGeom prst="ellipse">
            <a:avLst/>
          </a:prstGeom>
          <a:solidFill>
            <a:srgbClr val="FFF4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29575" y="3009900"/>
            <a:ext cx="2228850" cy="2228850"/>
          </a:xfrm>
          <a:prstGeom prst="rect">
            <a:avLst/>
          </a:prstGeom>
          <a:solidFill>
            <a:srgbClr val="692F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10750" y="4429125"/>
            <a:ext cx="1333500" cy="1333500"/>
          </a:xfrm>
          <a:prstGeom prst="ellipse">
            <a:avLst/>
          </a:prstGeom>
          <a:solidFill>
            <a:srgbClr val="F6BA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52450"/>
            <a:ext cx="9525000" cy="2690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4E8"/>
                </a:solidFill>
                <a:latin typeface="WenQuanYi Micro Hei"/>
                <a:ea typeface="WenQuanYi Micro Hei"/>
              </a:rPr>
              <a:t>CREATIVE STUDIO / IDEAS IN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1781175"/>
            <a:ext cx="7524749" cy="24422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15"/>
              </a:lnSpc>
              <a:spcBef>
                <a:spcPts val="0"/>
              </a:spcBef>
              <a:spcAft>
                <a:spcPts val="0"/>
              </a:spcAft>
            </a:pPr>
            <a:r>
              <a:rPr sz="6900" b="1">
                <a:solidFill>
                  <a:srgbClr val="FFF4E8"/>
                </a:solidFill>
                <a:latin typeface="WenQuanYi Micro Hei"/>
                <a:ea typeface="WenQuanYi Micro Hei"/>
              </a:rPr>
              <a:t>让创意</a:t>
            </a:r>
          </a:p>
          <a:p>
            <a:pPr algn="l">
              <a:lnSpc>
                <a:spcPts val="9315"/>
              </a:lnSpc>
              <a:spcBef>
                <a:spcPts val="0"/>
              </a:spcBef>
              <a:spcAft>
                <a:spcPts val="0"/>
              </a:spcAft>
            </a:pPr>
            <a:r>
              <a:rPr sz="6900" b="1">
                <a:solidFill>
                  <a:srgbClr val="FFF4E8"/>
                </a:solidFill>
                <a:latin typeface="WenQuanYi Micro Hei"/>
                <a:ea typeface="WenQuanYi Micro Hei"/>
              </a:rPr>
              <a:t>被看见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76725"/>
            <a:ext cx="681037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4E8"/>
                </a:solidFill>
                <a:latin typeface="WenQuanYi Micro Hei"/>
                <a:ea typeface="WenQuanYi Micro Hei"/>
              </a:rPr>
              <a:t>关于灵感、表达与新的可能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5486400"/>
            <a:ext cx="6810375" cy="3205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FFF4E8"/>
                </a:solidFill>
                <a:latin typeface="WenQuanYi Micro Hei"/>
                <a:ea typeface="WenQuanYi Micro Hei"/>
              </a:rPr>
              <a:t>创作者：你的名字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6305550"/>
            <a:ext cx="6810375" cy="2433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FFF4E8"/>
                </a:solidFill>
                <a:latin typeface="WenQuanYi Micro Hei"/>
                <a:ea typeface="WenQuanYi Micro Hei"/>
              </a:rPr>
              <a:t>OPEN OFFICE  ·  珊瑚创意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4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572750" cy="7448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57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692F3B"/>
                </a:solidFill>
                <a:latin typeface="WenQuanYi Micro Hei"/>
                <a:ea typeface="WenQuanYi Micro Hei"/>
              </a:rPr>
              <a:t>在这里填写内容标题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7325"/>
            <a:ext cx="1057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92F3B"/>
                </a:solidFill>
                <a:latin typeface="WenQuanYi Micro Hei"/>
                <a:ea typeface="WenQuanYi Micro Hei"/>
              </a:rPr>
              <a:t>三个想法，开启一次新的创作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81225"/>
            <a:ext cx="28575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25"/>
              </a:lnSpc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E96B57"/>
                </a:solidFill>
                <a:latin typeface="WenQuanYi Micro Hei"/>
                <a:ea typeface="WenQuanYi Micro Hei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590925"/>
            <a:ext cx="3200400" cy="0"/>
          </a:xfrm>
          <a:prstGeom prst="line">
            <a:avLst/>
          </a:prstGeom>
          <a:ln w="19050">
            <a:solidFill>
              <a:srgbClr val="E4C9B7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85800" y="3876674"/>
            <a:ext cx="32004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92F3B"/>
                </a:solidFill>
                <a:latin typeface="WenQuanYi Micro Hei"/>
                <a:ea typeface="WenQuanYi Micro Hei"/>
              </a:rPr>
              <a:t>灵感从哪里来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6275"/>
            <a:ext cx="32004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92F3B"/>
                </a:solidFill>
                <a:latin typeface="WenQuanYi Micro Hei"/>
                <a:ea typeface="WenQuanYi Micro Hei"/>
              </a:rPr>
              <a:t>在这里写下你的观点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92F3B"/>
                </a:solidFill>
                <a:latin typeface="WenQuanYi Micro Hei"/>
                <a:ea typeface="WenQuanYi Micro Hei"/>
              </a:rPr>
              <a:t>用简单的语言讲述故事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92F3B"/>
                </a:solidFill>
                <a:latin typeface="WenQuanYi Micro Hei"/>
                <a:ea typeface="WenQuanYi Micro Hei"/>
              </a:rPr>
              <a:t>留一点空间，给新的灵感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6750" y="2181225"/>
            <a:ext cx="28575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25"/>
              </a:lnSpc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E96B57"/>
                </a:solidFill>
                <a:latin typeface="WenQuanYi Micro Hei"/>
                <a:ea typeface="WenQuanYi Micro Hei"/>
              </a:rPr>
              <a:t>02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76750" y="3590925"/>
            <a:ext cx="3200400" cy="0"/>
          </a:xfrm>
          <a:prstGeom prst="line">
            <a:avLst/>
          </a:prstGeom>
          <a:ln w="19050">
            <a:solidFill>
              <a:srgbClr val="E4C9B7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4476750" y="3876674"/>
            <a:ext cx="32004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92F3B"/>
                </a:solidFill>
                <a:latin typeface="WenQuanYi Micro Hei"/>
                <a:ea typeface="WenQuanYi Micro Hei"/>
              </a:rPr>
              <a:t>怎样表达想法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750" y="4486275"/>
            <a:ext cx="32004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92F3B"/>
                </a:solidFill>
                <a:latin typeface="WenQuanYi Micro Hei"/>
                <a:ea typeface="WenQuanYi Micro Hei"/>
              </a:rPr>
              <a:t>在这里写下你的观点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92F3B"/>
                </a:solidFill>
                <a:latin typeface="WenQuanYi Micro Hei"/>
                <a:ea typeface="WenQuanYi Micro Hei"/>
              </a:rPr>
              <a:t>用简单的语言讲述故事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92F3B"/>
                </a:solidFill>
                <a:latin typeface="WenQuanYi Micro Hei"/>
                <a:ea typeface="WenQuanYi Micro Hei"/>
              </a:rPr>
              <a:t>留一点空间，给新的灵感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7699" y="2181225"/>
            <a:ext cx="28575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25"/>
              </a:lnSpc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E96B57"/>
                </a:solidFill>
                <a:latin typeface="WenQuanYi Micro Hei"/>
                <a:ea typeface="WenQuanYi Micro Hei"/>
              </a:rPr>
              <a:t>03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67699" y="3590925"/>
            <a:ext cx="3200401" cy="0"/>
          </a:xfrm>
          <a:prstGeom prst="line">
            <a:avLst/>
          </a:prstGeom>
          <a:ln w="19050">
            <a:solidFill>
              <a:srgbClr val="E4C9B7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8267699" y="3876674"/>
            <a:ext cx="32004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92F3B"/>
                </a:solidFill>
                <a:latin typeface="WenQuanYi Micro Hei"/>
                <a:ea typeface="WenQuanYi Micro Hei"/>
              </a:rPr>
              <a:t>让作品发生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7699" y="4486275"/>
            <a:ext cx="32004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92F3B"/>
                </a:solidFill>
                <a:latin typeface="WenQuanYi Micro Hei"/>
                <a:ea typeface="WenQuanYi Micro Hei"/>
              </a:rPr>
              <a:t>在这里写下你的观点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92F3B"/>
                </a:solidFill>
                <a:latin typeface="WenQuanYi Micro Hei"/>
                <a:ea typeface="WenQuanYi Micro Hei"/>
              </a:rPr>
              <a:t>用简单的语言讲述故事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92F3B"/>
                </a:solidFill>
                <a:latin typeface="WenQuanYi Micro Hei"/>
                <a:ea typeface="WenQuanYi Micro Hei"/>
              </a:rPr>
              <a:t>留一点空间，给新的灵感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4C9B7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B6867"/>
                </a:solidFill>
                <a:latin typeface="WenQuanYi Micro Hei"/>
                <a:ea typeface="WenQuanYi Micro Hei"/>
              </a:rPr>
              <a:t>OPEN OFFICE  /  珊瑚创意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B686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92F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76550" y="457200"/>
            <a:ext cx="6438900" cy="6438900"/>
          </a:xfrm>
          <a:prstGeom prst="ellipse">
            <a:avLst/>
          </a:prstGeom>
          <a:solidFill>
            <a:srgbClr val="E96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4000" y="2276475"/>
            <a:ext cx="9144000" cy="15382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618"/>
              </a:lnSpc>
              <a:spcBef>
                <a:spcPts val="0"/>
              </a:spcBef>
              <a:spcAft>
                <a:spcPts val="0"/>
              </a:spcAft>
            </a:pPr>
            <a:r>
              <a:rPr sz="7125" b="1">
                <a:solidFill>
                  <a:srgbClr val="FFF4E8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05224"/>
            <a:ext cx="9144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FFF4E8"/>
                </a:solidFill>
                <a:latin typeface="WenQuanYi Micro Hei"/>
                <a:ea typeface="WenQuanYi Micro Hei"/>
              </a:rPr>
              <a:t>你的下一次创作，从这里开始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珊瑚创意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