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91956" y="2398966"/>
            <a:ext cx="976979" cy="1477994"/>
          </a:xfrm>
          <a:prstGeom prst="rect">
            <a:avLst/>
          </a:prstGeom>
          <a:solidFill>
            <a:srgbClr val="FFFFFF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94189" y="2398966"/>
            <a:ext cx="976979" cy="1477994"/>
          </a:xfrm>
          <a:prstGeom prst="rect">
            <a:avLst/>
          </a:prstGeom>
          <a:solidFill>
            <a:srgbClr val="FFFFFF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831562" y="2348865"/>
            <a:ext cx="0" cy="1628298"/>
          </a:xfrm>
          <a:prstGeom prst="line">
            <a:avLst/>
          </a:prstGeom>
          <a:ln w="28575">
            <a:solidFill>
              <a:srgbClr val="594127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8967311" y="2724626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094595" y="2724626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67311" y="2962608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094595" y="2962608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67311" y="3200590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094595" y="3200590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967311" y="3438572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094595" y="3438572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10320051" y="1998154"/>
            <a:ext cx="325659" cy="325659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594127"/>
                </a:solidFill>
                <a:latin typeface="WenQuanYi Micro Hei"/>
                <a:ea typeface="WenQuanYi Micro Hei"/>
              </a:rPr>
              <a:t>教育培训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594127"/>
                </a:solidFill>
                <a:latin typeface="WenQuanYi Micro Hei"/>
                <a:ea typeface="WenQuanYi Micro Hei"/>
              </a:rPr>
              <a:t>课堂设计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94127"/>
                </a:solidFill>
                <a:latin typeface="WenQuanYi Micro Hei"/>
                <a:ea typeface="WenQuanYi Micro Hei"/>
              </a:rPr>
              <a:t>从学习目标到课堂行动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DD8A30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1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D8A30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127"/>
                </a:solidFill>
                <a:latin typeface="WenQuanYi Micro Hei"/>
                <a:ea typeface="WenQuanYi Micro Hei"/>
              </a:rPr>
              <a:t>教育培训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从学习目标到课堂行动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127"/>
                </a:solidFill>
                <a:latin typeface="WenQuanYi Micro Hei"/>
                <a:ea typeface="WenQuanYi Micro Hei"/>
              </a:rPr>
              <a:t>激发兴趣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DD8A30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127"/>
                </a:solidFill>
                <a:latin typeface="WenQuanYi Micro Hei"/>
                <a:ea typeface="WenQuanYi Micro Hei"/>
              </a:rPr>
              <a:t>探究实践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DD8A30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127"/>
                </a:solidFill>
                <a:latin typeface="WenQuanYi Micro Hei"/>
                <a:ea typeface="WenQuanYi Micro Hei"/>
              </a:rPr>
              <a:t>展示反馈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127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5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OPEN OFFICE  /  教育培训·课堂设计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34450" y="1476375"/>
            <a:ext cx="928687" cy="1404937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82200" y="1476375"/>
            <a:ext cx="928687" cy="1404937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922668" y="1428750"/>
            <a:ext cx="0" cy="1547812"/>
          </a:xfrm>
          <a:prstGeom prst="line">
            <a:avLst/>
          </a:prstGeom>
          <a:ln w="28575">
            <a:solidFill>
              <a:srgbClr val="FFF5E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9101137" y="1785937"/>
            <a:ext cx="57150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172700" y="1785937"/>
            <a:ext cx="54768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101137" y="2012156"/>
            <a:ext cx="57150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172700" y="2012156"/>
            <a:ext cx="54768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101137" y="2238375"/>
            <a:ext cx="57150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172700" y="2238375"/>
            <a:ext cx="54768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101137" y="2464593"/>
            <a:ext cx="57150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172700" y="2464593"/>
            <a:ext cx="54768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10387012" y="1095375"/>
            <a:ext cx="309562" cy="309562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5E5"/>
                </a:solidFill>
                <a:latin typeface="WenQuanYi Micro Hei"/>
                <a:ea typeface="WenQuanYi Micro Hei"/>
              </a:rPr>
              <a:t>让每一个好奇心都有方向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FF5E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教育培训·课堂设计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