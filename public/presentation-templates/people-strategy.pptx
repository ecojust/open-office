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493A55"/>
                </a:solidFill>
                <a:latin typeface="WenQuanYi Micro Hei"/>
                <a:ea typeface="WenQuanYi Micro Hei"/>
              </a:rPr>
              <a:t>人力组织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493A55"/>
                </a:solidFill>
                <a:latin typeface="WenQuanYi Micro Hei"/>
                <a:ea typeface="WenQuanYi Micro Hei"/>
              </a:rPr>
              <a:t>人才战略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493A55"/>
                </a:solidFill>
                <a:latin typeface="WenQuanYi Micro Hei"/>
                <a:ea typeface="WenQuanYi Micro Hei"/>
              </a:rPr>
              <a:t>让个人成长与组织同频</a:t>
            </a:r>
          </a:p>
        </p:txBody>
      </p:sp>
      <p:sp>
        <p:nvSpPr>
          <p:cNvPr id="7" name="Oval 6"/>
          <p:cNvSpPr/>
          <p:nvPr/>
        </p:nvSpPr>
        <p:spPr>
          <a:xfrm>
            <a:off x="8936355" y="1666875"/>
            <a:ext cx="321945" cy="321945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86825" y="2087880"/>
            <a:ext cx="421005" cy="445770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49677" y="2929890"/>
            <a:ext cx="495299" cy="19812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54540" y="1344930"/>
            <a:ext cx="321945" cy="321945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5010" y="1765934"/>
            <a:ext cx="421005" cy="445770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67862" y="2682240"/>
            <a:ext cx="495299" cy="44577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72725" y="1022984"/>
            <a:ext cx="321945" cy="321945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23195" y="1443990"/>
            <a:ext cx="421005" cy="445770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6047" y="2434590"/>
            <a:ext cx="495299" cy="69342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组织需求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人才能力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成长机制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5EFF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93A55"/>
                </a:solidFill>
                <a:latin typeface="WenQuanYi Micro Hei"/>
                <a:ea typeface="WenQuanYi Micro Hei"/>
              </a:rPr>
              <a:t>人力组织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A55"/>
                </a:solidFill>
                <a:latin typeface="WenQuanYi Micro Hei"/>
                <a:ea typeface="WenQuanYi Micro Hei"/>
              </a:rPr>
              <a:t>让个人成长与组织同频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475"/>
            <a:ext cx="3448050" cy="2647950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76475"/>
            <a:ext cx="3448050" cy="5715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925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93A55"/>
                </a:solidFill>
                <a:latin typeface="WenQuanYi Micro Hei"/>
                <a:ea typeface="WenQuanYi Micro Hei"/>
              </a:rPr>
              <a:t>组织需求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梳理业务目标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与岗位需求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9B"/>
                </a:solidFill>
                <a:latin typeface="WenQuanYi Micro Hei"/>
                <a:ea typeface="WenQuanYi Micro Hei"/>
              </a:rPr>
              <a:t>优先事项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1975" y="2276475"/>
            <a:ext cx="3448050" cy="2647950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1975" y="2276475"/>
            <a:ext cx="3448050" cy="5715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93A55"/>
                </a:solidFill>
                <a:latin typeface="WenQuanYi Micro Hei"/>
                <a:ea typeface="WenQuanYi Micro Hei"/>
              </a:rPr>
              <a:t>人才能力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识别能力优势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与发展机会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9B"/>
                </a:solidFill>
                <a:latin typeface="WenQuanYi Micro Hei"/>
                <a:ea typeface="WenQuanYi Micro Hei"/>
              </a:rPr>
              <a:t>优先事项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8150" y="2276475"/>
            <a:ext cx="3448050" cy="2647950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150" y="2276475"/>
            <a:ext cx="3448050" cy="5715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274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93A55"/>
                </a:solidFill>
                <a:latin typeface="WenQuanYi Micro Hei"/>
                <a:ea typeface="WenQuanYi Micro Hei"/>
              </a:rPr>
              <a:t>成长机制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4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设计培养反馈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与激励方式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C6A9B"/>
                </a:solidFill>
                <a:latin typeface="WenQuanYi Micro Hei"/>
                <a:ea typeface="WenQuanYi Micro Hei"/>
              </a:rPr>
              <a:t>优先事项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91125"/>
            <a:ext cx="10820400" cy="466724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5248275"/>
            <a:ext cx="104013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FFF"/>
                </a:solidFill>
                <a:latin typeface="WenQuanYi Micro Hei"/>
                <a:ea typeface="WenQuanYi Micro Hei"/>
              </a:rPr>
              <a:t>共同基础：目标一致  ·  资源协同  ·  定期复盘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5EFF8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A55"/>
                </a:solidFill>
                <a:latin typeface="WenQuanYi Micro Hei"/>
                <a:ea typeface="WenQuanYi Micro Hei"/>
              </a:rPr>
              <a:t>OPEN OFFICE  /  人力组织·人才战略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A55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99710" y="971550"/>
            <a:ext cx="272415" cy="272415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7800" y="1327784"/>
            <a:ext cx="356235" cy="377190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26367" y="2040254"/>
            <a:ext cx="419100" cy="16764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07405" y="699135"/>
            <a:ext cx="272415" cy="272415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65495" y="1055370"/>
            <a:ext cx="356235" cy="377190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34062" y="1830705"/>
            <a:ext cx="419100" cy="37719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5100" y="426719"/>
            <a:ext cx="272415" cy="272415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3190" y="782954"/>
            <a:ext cx="356235" cy="377190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1757" y="1621155"/>
            <a:ext cx="419100" cy="58674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493A55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8C6A9B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让每一位伙伴找到成长的空间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人力组织·人才战略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