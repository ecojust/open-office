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金融服务·经营分析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63A53"/>
                </a:solidFill>
                <a:latin typeface="WenQuanYi Micro Hei"/>
                <a:ea typeface="WenQuanYi Micro Hei"/>
              </a:rPr>
              <a:t>用经营数据看清方向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B8540"/>
                </a:solidFill>
                <a:latin typeface="WenQuanYi Micro Hei"/>
                <a:ea typeface="WenQuanYi Micro Hei"/>
              </a:rPr>
              <a:t>01  客户洞察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B8540"/>
                </a:solidFill>
                <a:latin typeface="WenQuanYi Micro Hei"/>
                <a:ea typeface="WenQuanYi Micro Hei"/>
              </a:rPr>
              <a:t>02  资产配置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B8540"/>
                </a:solidFill>
                <a:latin typeface="WenQuanYi Micro Hei"/>
                <a:ea typeface="WenQuanYi Micro Hei"/>
              </a:rPr>
              <a:t>03  风险管理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86050" y="4560284"/>
            <a:ext cx="404050" cy="692658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7569" y="4156233"/>
            <a:ext cx="404050" cy="1096708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29088" y="3636740"/>
            <a:ext cx="404050" cy="1616202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8728329" y="3809904"/>
            <a:ext cx="779240" cy="288608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07569" y="3809904"/>
            <a:ext cx="548354" cy="17316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 flipV="1">
            <a:off x="10055923" y="3261550"/>
            <a:ext cx="836962" cy="721519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0459974" y="3261550"/>
            <a:ext cx="432911" cy="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892885" y="3261550"/>
            <a:ext cx="0" cy="432911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63A53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63A53"/>
                </a:solidFill>
                <a:latin typeface="WenQuanYi Micro Hei"/>
                <a:ea typeface="WenQuanYi Micro Hei"/>
              </a:rPr>
              <a:t>金融服务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63A53"/>
                </a:solidFill>
                <a:latin typeface="WenQuanYi Micro Hei"/>
                <a:ea typeface="WenQuanYi Micro Hei"/>
              </a:rPr>
              <a:t>用经营数据看清方向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8375"/>
            <a:ext cx="4057650" cy="3495675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2562225"/>
            <a:ext cx="3486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本期成果摘要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200400"/>
            <a:ext cx="3457575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6F2E8"/>
                </a:solidFill>
                <a:latin typeface="WenQuanYi Micro Hei"/>
                <a:ea typeface="WenQuanYi Micro Hei"/>
              </a:rPr>
              <a:t>在这里填写核心结论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6F2E8"/>
                </a:solidFill>
                <a:latin typeface="WenQuanYi Micro Hei"/>
                <a:ea typeface="WenQuanYi Micro Hei"/>
              </a:rPr>
              <a:t>说明变化与关键原因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6F2E8"/>
                </a:solidFill>
                <a:latin typeface="WenQuanYi Micro Hei"/>
                <a:ea typeface="WenQuanYi Micro Hei"/>
              </a:rPr>
              <a:t>提出下一步改善动作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5875" y="2238375"/>
            <a:ext cx="6410325" cy="1047749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0" y="241935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63A53"/>
                </a:solidFill>
                <a:latin typeface="WenQuanYi Micro Hei"/>
                <a:ea typeface="WenQuanYi Micro Hei"/>
              </a:rPr>
              <a:t>业务规模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3050" y="283845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63A53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8300" y="249555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AB8540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5875" y="3448050"/>
            <a:ext cx="6410325" cy="1047749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3629025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63A53"/>
                </a:solidFill>
                <a:latin typeface="WenQuanYi Micro Hei"/>
                <a:ea typeface="WenQuanYi Micro Hei"/>
              </a:rPr>
              <a:t>服务覆盖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3050" y="4048124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63A53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705224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AB8540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5875" y="4657725"/>
            <a:ext cx="6410325" cy="1047749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483870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63A53"/>
                </a:solidFill>
                <a:latin typeface="WenQuanYi Micro Hei"/>
                <a:ea typeface="WenQuanYi Micro Hei"/>
              </a:rPr>
              <a:t>风险指标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3050" y="525780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63A53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491490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AB8540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6F2E8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3A53"/>
                </a:solidFill>
                <a:latin typeface="WenQuanYi Micro Hei"/>
                <a:ea typeface="WenQuanYi Micro Hei"/>
              </a:rPr>
              <a:t>OPEN OFFICE  /  金融服务·经营分析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3A53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77325" y="2357437"/>
            <a:ext cx="333375" cy="57150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72637" y="2024062"/>
            <a:ext cx="333375" cy="904875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67950" y="1595437"/>
            <a:ext cx="333375" cy="133350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9029700" y="1738312"/>
            <a:ext cx="642937" cy="23812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9672637" y="1738312"/>
            <a:ext cx="452438" cy="14287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10125075" y="1285875"/>
            <a:ext cx="690562" cy="595312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0458450" y="1285875"/>
            <a:ext cx="357187" cy="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0815637" y="1285875"/>
            <a:ext cx="0" cy="357187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6F2E8"/>
                </a:solidFill>
                <a:latin typeface="WenQuanYi Micro Hei"/>
                <a:ea typeface="WenQuanYi Micro Hei"/>
              </a:rPr>
              <a:t>让稳健成为长期价值的起点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AB85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6F2E8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金融服务·经营分析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