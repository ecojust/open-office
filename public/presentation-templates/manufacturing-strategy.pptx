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智能制造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工厂规划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EAF1F6"/>
                </a:solidFill>
                <a:latin typeface="WenQuanYi Micro Hei"/>
                <a:ea typeface="WenQuanYi Micro Hei"/>
              </a:rPr>
              <a:t>让生产更智能、更可靠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34749B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AF1F6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2990" y="3168396"/>
            <a:ext cx="2331720" cy="1078420"/>
          </a:xfrm>
          <a:prstGeom prst="rect">
            <a:avLst/>
          </a:prstGeom>
          <a:solidFill>
            <a:srgbClr val="EAF1F6"/>
          </a:solidFill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8722" y="2381440"/>
            <a:ext cx="378904" cy="78695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53359" y="2702052"/>
            <a:ext cx="378904" cy="466344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6162" y="3489007"/>
            <a:ext cx="291465" cy="320611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1652" y="3489007"/>
            <a:ext cx="291465" cy="320611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7143" y="3489007"/>
            <a:ext cx="291465" cy="320611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02633" y="3489007"/>
            <a:ext cx="291465" cy="320611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624697" y="4538281"/>
            <a:ext cx="2477452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17" name="Oval 16"/>
          <p:cNvSpPr/>
          <p:nvPr/>
        </p:nvSpPr>
        <p:spPr>
          <a:xfrm>
            <a:off x="8857869" y="4392549"/>
            <a:ext cx="233172" cy="23317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40799" y="4392549"/>
            <a:ext cx="233172" cy="23317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23729" y="4392549"/>
            <a:ext cx="233172" cy="23317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6659" y="4392549"/>
            <a:ext cx="233172" cy="233172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1F6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43B4A"/>
                </a:solidFill>
                <a:latin typeface="WenQuanYi Micro Hei"/>
                <a:ea typeface="WenQuanYi Micro Hei"/>
              </a:rPr>
              <a:t>智能制造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让生产更智能、更可靠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9325"/>
            <a:ext cx="3143250" cy="3362325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26098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FFFF"/>
                </a:solidFill>
                <a:latin typeface="WenQuanYi Micro Hei"/>
                <a:ea typeface="WenQuanYi Micro Hei"/>
              </a:rPr>
              <a:t>共同目标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0875"/>
            <a:ext cx="2609850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AF1F6"/>
                </a:solidFill>
                <a:latin typeface="WenQuanYi Micro Hei"/>
                <a:ea typeface="WenQuanYi Micro Hei"/>
              </a:rPr>
              <a:t>明确目标人群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AF1F6"/>
                </a:solidFill>
                <a:latin typeface="WenQuanYi Micro Hei"/>
                <a:ea typeface="WenQuanYi Micro Hei"/>
              </a:rPr>
              <a:t>定义成功标准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AF1F6"/>
                </a:solidFill>
                <a:latin typeface="WenQuanYi Micro Hei"/>
                <a:ea typeface="WenQuanYi Micro Hei"/>
              </a:rPr>
              <a:t>聚焦优先行动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999" y="2257425"/>
            <a:ext cx="7315200" cy="942975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240982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4749B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238125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43B4A"/>
                </a:solidFill>
                <a:latin typeface="WenQuanYi Micro Hei"/>
                <a:ea typeface="WenQuanYi Micro Hei"/>
              </a:rPr>
              <a:t>生产现场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6225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43B4A"/>
                </a:solidFill>
                <a:latin typeface="WenQuanYi Micro Hei"/>
                <a:ea typeface="WenQuanYi Micro Hei"/>
              </a:rPr>
              <a:t>识别产线瓶颈与资源约束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999" y="3371850"/>
            <a:ext cx="7315200" cy="942975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524250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4749B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3495675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43B4A"/>
                </a:solidFill>
                <a:latin typeface="WenQuanYi Micro Hei"/>
                <a:ea typeface="WenQuanYi Micro Hei"/>
              </a:rPr>
              <a:t>设备协同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275" y="3876674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43B4A"/>
                </a:solidFill>
                <a:latin typeface="WenQuanYi Micro Hei"/>
                <a:ea typeface="WenQuanYi Micro Hei"/>
              </a:rPr>
              <a:t>说明设备连接与调度方式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999" y="4486275"/>
            <a:ext cx="7315200" cy="942975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63867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4749B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275" y="461010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43B4A"/>
                </a:solidFill>
                <a:latin typeface="WenQuanYi Micro Hei"/>
                <a:ea typeface="WenQuanYi Micro Hei"/>
              </a:rPr>
              <a:t>质量交付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275" y="499110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43B4A"/>
                </a:solidFill>
                <a:latin typeface="WenQuanYi Micro Hei"/>
                <a:ea typeface="WenQuanYi Micro Hei"/>
              </a:rPr>
              <a:t>建立质量标准与交付节奏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1F6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OPEN OFFICE  /  智能制造·工厂规划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243B4A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43B4A"/>
                </a:solidFill>
                <a:latin typeface="WenQuanYi Micro Hei"/>
                <a:ea typeface="WenQuanYi Micro Hei"/>
              </a:rPr>
              <a:t>让每一道工序创造更高价值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4749B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智能制造·工厂规划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