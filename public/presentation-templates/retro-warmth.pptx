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5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950" y="361950"/>
            <a:ext cx="11468100" cy="6134100"/>
          </a:xfrm>
          <a:prstGeom prst="rect">
            <a:avLst/>
          </a:prstGeom>
          <a:noFill/>
          <a:ln w="19050">
            <a:solidFill>
              <a:srgbClr val="6540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" y="476250"/>
            <a:ext cx="11239500" cy="5905500"/>
          </a:xfrm>
          <a:prstGeom prst="rect">
            <a:avLst/>
          </a:prstGeom>
          <a:noFill/>
          <a:ln w="9525">
            <a:solidFill>
              <a:srgbClr val="C7AB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82025" y="1657350"/>
            <a:ext cx="2190750" cy="2190750"/>
          </a:xfrm>
          <a:prstGeom prst="ellipse">
            <a:avLst/>
          </a:prstGeom>
          <a:solidFill>
            <a:srgbClr val="BC6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82025" y="2752725"/>
            <a:ext cx="2190750" cy="2457450"/>
          </a:xfrm>
          <a:prstGeom prst="rect">
            <a:avLst/>
          </a:prstGeom>
          <a:solidFill>
            <a:srgbClr val="BC6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72550" y="2257425"/>
            <a:ext cx="1409700" cy="1409700"/>
          </a:xfrm>
          <a:prstGeom prst="ellipse">
            <a:avLst/>
          </a:prstGeom>
          <a:solidFill>
            <a:srgbClr val="F3E5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72550" y="2962275"/>
            <a:ext cx="1409700" cy="2247900"/>
          </a:xfrm>
          <a:prstGeom prst="rect">
            <a:avLst/>
          </a:prstGeom>
          <a:solidFill>
            <a:srgbClr val="F3E5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334375" y="5219700"/>
            <a:ext cx="2695575" cy="0"/>
          </a:xfrm>
          <a:prstGeom prst="line">
            <a:avLst/>
          </a:prstGeom>
          <a:ln w="28575">
            <a:solidFill>
              <a:srgbClr val="65402E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838200" y="790575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5402E"/>
                </a:solidFill>
                <a:latin typeface="WenQuanYi Micro Hei"/>
                <a:ea typeface="WenQuanYi Micro Hei"/>
              </a:rPr>
              <a:t>STORIES / MOMENTS /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962150"/>
            <a:ext cx="7048500" cy="1722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65402E"/>
                </a:solidFill>
                <a:latin typeface="LXGW WenKai"/>
                <a:ea typeface="LXGW WenKai"/>
              </a:rPr>
              <a:t>把故事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65402E"/>
                </a:solidFill>
                <a:latin typeface="LXGW WenKai"/>
                <a:ea typeface="LXGW WenKai"/>
              </a:rPr>
              <a:t>慢慢讲给你听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43350"/>
            <a:ext cx="69056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987453"/>
                </a:solidFill>
                <a:latin typeface="WenQuanYi Micro Hei"/>
                <a:ea typeface="WenQuanYi Micro Hei"/>
              </a:rPr>
              <a:t>在这里写下你的故事副标题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286375"/>
            <a:ext cx="6905625" cy="320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5402E"/>
                </a:solidFill>
                <a:latin typeface="WenQuanYi Micro Hei"/>
                <a:ea typeface="WenQuanYi Micro Hei"/>
              </a:rPr>
              <a:t>讲述人：你的名字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886450"/>
            <a:ext cx="6905625" cy="243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987453"/>
                </a:solidFill>
                <a:latin typeface="WenQuanYi Micro Hei"/>
                <a:ea typeface="WenQuanYi Micro Hei"/>
              </a:rPr>
              <a:t>OPEN OFFICE  ·  暖调复古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5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400" cy="777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65402E"/>
                </a:solidFill>
                <a:latin typeface="LXGW WenKai"/>
                <a:ea typeface="LXGW WenKa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" y="1438275"/>
            <a:ext cx="105727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987453"/>
                </a:solidFill>
                <a:latin typeface="WenQuanYi Micro Hei"/>
                <a:ea typeface="WenQuanYi Micro Hei"/>
              </a:rPr>
              <a:t>用一条时间线，串联你想讲述的故事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14425" y="2857500"/>
            <a:ext cx="9677400" cy="0"/>
          </a:xfrm>
          <a:prstGeom prst="line">
            <a:avLst/>
          </a:prstGeom>
          <a:ln w="28575">
            <a:solidFill>
              <a:srgbClr val="C7AB82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685800" y="2428875"/>
            <a:ext cx="857250" cy="857250"/>
          </a:xfrm>
          <a:prstGeom prst="ellipse">
            <a:avLst/>
          </a:prstGeom>
          <a:solidFill>
            <a:srgbClr val="6540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90800"/>
            <a:ext cx="8572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3E5CB"/>
                </a:solidFill>
                <a:latin typeface="LXGW WenKai"/>
                <a:ea typeface="LXGW WenKa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5224"/>
            <a:ext cx="3190875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65402E"/>
                </a:solidFill>
                <a:latin typeface="LXGW WenKai"/>
                <a:ea typeface="LXGW WenKai"/>
              </a:rPr>
              <a:t>故事的起点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62450"/>
            <a:ext cx="3190875" cy="10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写下一段关键的经历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留住一个有温度的细节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让每一步都值得被记住</a:t>
            </a:r>
          </a:p>
        </p:txBody>
      </p:sp>
      <p:sp>
        <p:nvSpPr>
          <p:cNvPr id="10" name="Oval 9"/>
          <p:cNvSpPr/>
          <p:nvPr/>
        </p:nvSpPr>
        <p:spPr>
          <a:xfrm>
            <a:off x="4371975" y="2428875"/>
            <a:ext cx="857250" cy="857250"/>
          </a:xfrm>
          <a:prstGeom prst="ellipse">
            <a:avLst/>
          </a:prstGeom>
          <a:solidFill>
            <a:srgbClr val="BC6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1975" y="2590800"/>
            <a:ext cx="8572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3E5CB"/>
                </a:solidFill>
                <a:latin typeface="LXGW WenKai"/>
                <a:ea typeface="LXGW WenK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1975" y="3705224"/>
            <a:ext cx="3190875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65402E"/>
                </a:solidFill>
                <a:latin typeface="LXGW WenKai"/>
                <a:ea typeface="LXGW WenKai"/>
              </a:rPr>
              <a:t>路上的发现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1975" y="4362450"/>
            <a:ext cx="3190875" cy="10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写下一段关键的经历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留住一个有温度的细节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让每一步都值得被记住</a:t>
            </a:r>
          </a:p>
        </p:txBody>
      </p:sp>
      <p:sp>
        <p:nvSpPr>
          <p:cNvPr id="14" name="Oval 13"/>
          <p:cNvSpPr/>
          <p:nvPr/>
        </p:nvSpPr>
        <p:spPr>
          <a:xfrm>
            <a:off x="8058150" y="2428875"/>
            <a:ext cx="857250" cy="857250"/>
          </a:xfrm>
          <a:prstGeom prst="ellipse">
            <a:avLst/>
          </a:prstGeom>
          <a:solidFill>
            <a:srgbClr val="6540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2590800"/>
            <a:ext cx="8572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3E5CB"/>
                </a:solidFill>
                <a:latin typeface="LXGW WenKai"/>
                <a:ea typeface="LXGW WenKa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8150" y="3705224"/>
            <a:ext cx="3190875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65402E"/>
                </a:solidFill>
                <a:latin typeface="LXGW WenKai"/>
                <a:ea typeface="LXGW WenKai"/>
              </a:rPr>
              <a:t>新的篇章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8150" y="4362450"/>
            <a:ext cx="3190875" cy="10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写下一段关键的经历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留住一个有温度的细节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87453"/>
                </a:solidFill>
                <a:latin typeface="WenQuanYi Micro Hei"/>
                <a:ea typeface="WenQuanYi Micro Hei"/>
              </a:rPr>
              <a:t>让每一步都值得被记住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C7AB82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87453"/>
                </a:solidFill>
                <a:latin typeface="WenQuanYi Micro Hei"/>
                <a:ea typeface="WenQuanYi Micro Hei"/>
              </a:rPr>
              <a:t>OPEN OFFICE  /  暖调复古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8745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6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noFill/>
          <a:ln w="19050">
            <a:solidFill>
              <a:srgbClr val="F3E5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4000" y="2181225"/>
            <a:ext cx="9144000" cy="155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72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3E5CB"/>
                </a:solidFill>
                <a:latin typeface="LXGW WenKai"/>
                <a:ea typeface="LXGW WenKai"/>
              </a:rPr>
              <a:t>Open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14750"/>
            <a:ext cx="9144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3E5CB"/>
                </a:solidFill>
                <a:latin typeface="WenQuanYi Micro Hei"/>
                <a:ea typeface="WenQuanYi Micro Hei"/>
              </a:rPr>
              <a:t>故事未完，我们下次再见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暖调复古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