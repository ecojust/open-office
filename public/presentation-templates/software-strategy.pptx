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7562" y="2301621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11768" y="2441352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811768" y="2674239"/>
            <a:ext cx="589978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0271188" y="2301621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95394" y="2441352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395394" y="2674239"/>
            <a:ext cx="589979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494901" y="3823144"/>
            <a:ext cx="869442" cy="652081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19107" y="3962876"/>
            <a:ext cx="341566" cy="77628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619107" y="4195762"/>
            <a:ext cx="589978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57004" y="2627661"/>
            <a:ext cx="714184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122283" y="2953702"/>
            <a:ext cx="807339" cy="86944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929622" y="2953702"/>
            <a:ext cx="776287" cy="869442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172650"/>
                </a:solidFill>
                <a:latin typeface="WenQuanYi Micro Hei"/>
                <a:ea typeface="WenQuanYi Micro Hei"/>
              </a:rPr>
              <a:t>数字化战略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72650"/>
                </a:solidFill>
                <a:latin typeface="WenQuanYi Micro Hei"/>
                <a:ea typeface="WenQuanYi Micro Hei"/>
              </a:rPr>
              <a:t>让技术连接业务价值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265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468CE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2650"/>
                </a:solidFill>
                <a:latin typeface="WenQuanYi Micro Hei"/>
                <a:ea typeface="WenQuanYi Micro Hei"/>
              </a:rPr>
              <a:t>软件科技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2650"/>
                </a:solidFill>
                <a:latin typeface="WenQuanYi Micro Hei"/>
                <a:ea typeface="WenQuanYi Micro Hei"/>
              </a:rPr>
              <a:t>让技术连接业务价值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0FD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0FD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DF0FD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2650"/>
                </a:solidFill>
                <a:latin typeface="WenQuanYi Micro Hei"/>
                <a:ea typeface="WenQuanYi Micro Hei"/>
              </a:rPr>
              <a:t>用户场景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650"/>
                </a:solidFill>
                <a:latin typeface="WenQuanYi Micro Hei"/>
                <a:ea typeface="WenQuanYi Micro Hei"/>
              </a:rPr>
              <a:t>梳理用户任务与关键痛点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2650"/>
                </a:solidFill>
                <a:latin typeface="WenQuanYi Micro Hei"/>
                <a:ea typeface="WenQuanYi Micro Hei"/>
              </a:rPr>
              <a:t>核心能力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650"/>
                </a:solidFill>
                <a:latin typeface="WenQuanYi Micro Hei"/>
                <a:ea typeface="WenQuanYi Micro Hei"/>
              </a:rPr>
              <a:t>说明核心功能与技术边界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EDF0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5468CE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2650"/>
                </a:solidFill>
                <a:latin typeface="WenQuanYi Micro Hei"/>
                <a:ea typeface="WenQuanYi Micro Hei"/>
              </a:rPr>
              <a:t>交付价值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650"/>
                </a:solidFill>
                <a:latin typeface="WenQuanYi Micro Hei"/>
                <a:ea typeface="WenQuanYi Micro Hei"/>
              </a:rPr>
              <a:t>用可衡量的结果验证价值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0FD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OPEN OFFICE  /  软件科技·数字化战略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265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4450" y="1285875"/>
            <a:ext cx="666750" cy="500062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29700" y="1393031"/>
            <a:ext cx="261937" cy="59531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029700" y="1571625"/>
            <a:ext cx="452437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10148887" y="1285875"/>
            <a:ext cx="666750" cy="500062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44137" y="1393031"/>
            <a:ext cx="261937" cy="59531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244137" y="1571625"/>
            <a:ext cx="452438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9553575" y="2452687"/>
            <a:ext cx="666750" cy="500062"/>
          </a:xfrm>
          <a:prstGeom prst="rect">
            <a:avLst/>
          </a:prstGeom>
          <a:solidFill>
            <a:srgbClr val="EDF0FD"/>
          </a:solidFill>
          <a:ln w="19050">
            <a:solidFill>
              <a:srgbClr val="5468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48825" y="2559843"/>
            <a:ext cx="261937" cy="59531"/>
          </a:xfrm>
          <a:prstGeom prst="rect">
            <a:avLst/>
          </a:prstGeom>
          <a:solidFill>
            <a:srgbClr val="5468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648825" y="2738437"/>
            <a:ext cx="452437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601200" y="1535906"/>
            <a:ext cx="547687" cy="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267825" y="1785937"/>
            <a:ext cx="619125" cy="66675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 flipH="1">
            <a:off x="9886950" y="1785937"/>
            <a:ext cx="595312" cy="666750"/>
          </a:xfrm>
          <a:prstGeom prst="line">
            <a:avLst/>
          </a:prstGeom>
          <a:ln w="28575">
            <a:solidFill>
              <a:srgbClr val="5468CE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DF0FD"/>
                </a:solidFill>
                <a:latin typeface="WenQuanYi Micro Hei"/>
                <a:ea typeface="WenQuanYi Micro Hei"/>
              </a:rPr>
              <a:t>让技术成为解决问题的力量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5468CE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DF0FD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软件科技·数字化战略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