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教育培训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FF5E5"/>
                </a:solidFill>
                <a:latin typeface="WenQuanYi Micro Hei"/>
                <a:ea typeface="WenQuanYi Micro Hei"/>
              </a:rPr>
              <a:t>循序渐进，走向新的能力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5E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4697" y="2527173"/>
            <a:ext cx="1136713" cy="1719643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07143" y="2527173"/>
            <a:ext cx="1136713" cy="1719643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834276" y="2468879"/>
            <a:ext cx="0" cy="1894523"/>
          </a:xfrm>
          <a:prstGeom prst="line">
            <a:avLst/>
          </a:prstGeom>
          <a:ln w="28575">
            <a:solidFill>
              <a:srgbClr val="FFF5E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828722" y="2906077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140314" y="2906077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828722" y="3182969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140314" y="3182969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828722" y="3459861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140314" y="3459861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8828722" y="3736752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0140314" y="3736752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10402633" y="2060829"/>
            <a:ext cx="378904" cy="378904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5E5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循序渐进，走向新的能力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DD8A30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594127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激发兴趣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594127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探究实践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594127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4127"/>
                </a:solidFill>
                <a:latin typeface="WenQuanYi Micro Hei"/>
                <a:ea typeface="WenQuanYi Micro Hei"/>
              </a:rPr>
              <a:t>展示反馈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  /  教育培训·学习计划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4127"/>
                </a:solidFill>
                <a:latin typeface="WenQuanYi Micro Hei"/>
                <a:ea typeface="WenQuanYi Micro Hei"/>
              </a:rPr>
              <a:t>让每一个好奇心都有方向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DD8A30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教育培训·学习计划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