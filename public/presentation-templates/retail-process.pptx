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5912" y="1333500"/>
            <a:ext cx="1381125" cy="1190625"/>
          </a:xfrm>
          <a:prstGeom prst="rect">
            <a:avLst/>
          </a:prstGeom>
          <a:solidFill>
            <a:srgbClr val="FFF0EC"/>
          </a:solidFill>
          <a:ln w="1905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53100" y="833437"/>
            <a:ext cx="666750" cy="809625"/>
          </a:xfrm>
          <a:prstGeom prst="ellipse">
            <a:avLst/>
          </a:prstGeom>
          <a:noFill/>
          <a:ln w="3810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43537" y="1381125"/>
            <a:ext cx="1285875" cy="381000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10225" y="1905000"/>
            <a:ext cx="214312" cy="28575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905000"/>
            <a:ext cx="214312" cy="28575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6975" y="1905000"/>
            <a:ext cx="214312" cy="28575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5E333B"/>
                </a:solidFill>
                <a:latin typeface="WenQuanYi Micro Hei"/>
                <a:ea typeface="WenQuanYi Micro Hei"/>
              </a:rPr>
              <a:t>零售电商·会员旅程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E333B"/>
                </a:solidFill>
                <a:latin typeface="WenQuanYi Micro Hei"/>
                <a:ea typeface="WenQuanYi Micro Hei"/>
              </a:rPr>
              <a:t>连接每一次消费体验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333B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A6A64"/>
                </a:solidFill>
                <a:latin typeface="WenQuanYi Micro Hei"/>
                <a:ea typeface="WenQuanYi Micro Hei"/>
              </a:rPr>
              <a:t>OPEN OFFICE  /  流程与方法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E33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E333B"/>
                </a:solidFill>
                <a:latin typeface="WenQuanYi Micro Hei"/>
                <a:ea typeface="WenQuanYi Micro Hei"/>
              </a:rPr>
              <a:t>零售电商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E333B"/>
                </a:solidFill>
                <a:latin typeface="WenQuanYi Micro Hei"/>
                <a:ea typeface="WenQuanYi Micro Hei"/>
              </a:rPr>
              <a:t>连接每一次消费体验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62050" y="2543175"/>
            <a:ext cx="0" cy="2743200"/>
          </a:xfrm>
          <a:prstGeom prst="line">
            <a:avLst/>
          </a:prstGeom>
          <a:ln w="28575">
            <a:solidFill>
              <a:srgbClr val="CA6A64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876300" y="2409825"/>
            <a:ext cx="571500" cy="571500"/>
          </a:xfrm>
          <a:prstGeom prst="ellipse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246697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9750" y="2238375"/>
            <a:ext cx="9696450" cy="990599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6450" y="240982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5E333B"/>
                </a:solidFill>
                <a:latin typeface="WenQuanYi Micro Hei"/>
                <a:ea typeface="WenQuanYi Micro Hei"/>
              </a:rPr>
              <a:t>发现需求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575" y="2419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333B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575" y="275272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333B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14" name="Oval 13"/>
          <p:cNvSpPr/>
          <p:nvPr/>
        </p:nvSpPr>
        <p:spPr>
          <a:xfrm>
            <a:off x="876300" y="3600450"/>
            <a:ext cx="571500" cy="571500"/>
          </a:xfrm>
          <a:prstGeom prst="ellipse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300" y="3657600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9750" y="3429000"/>
            <a:ext cx="9696450" cy="990599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6450" y="3600450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5E333B"/>
                </a:solidFill>
                <a:latin typeface="WenQuanYi Micro Hei"/>
                <a:ea typeface="WenQuanYi Micro Hei"/>
              </a:rPr>
              <a:t>完成购买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2575" y="3609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333B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2575" y="3943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333B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20" name="Oval 19"/>
          <p:cNvSpPr/>
          <p:nvPr/>
        </p:nvSpPr>
        <p:spPr>
          <a:xfrm>
            <a:off x="876300" y="4791075"/>
            <a:ext cx="571500" cy="571500"/>
          </a:xfrm>
          <a:prstGeom prst="ellipse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300" y="484822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9750" y="4619625"/>
            <a:ext cx="9696450" cy="990599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76450" y="479107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5E333B"/>
                </a:solidFill>
                <a:latin typeface="WenQuanYi Micro Hei"/>
                <a:ea typeface="WenQuanYi Micro Hei"/>
              </a:rPr>
              <a:t>持续复购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2575" y="480060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333B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2575" y="5133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333B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0EC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333B"/>
                </a:solidFill>
                <a:latin typeface="WenQuanYi Micro Hei"/>
                <a:ea typeface="WenQuanYi Micro Hei"/>
              </a:rPr>
              <a:t>OPEN OFFICE  /  零售电商·会员旅程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333B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5E33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8305" y="1160145"/>
            <a:ext cx="1215390" cy="1047749"/>
          </a:xfrm>
          <a:prstGeom prst="rect">
            <a:avLst/>
          </a:prstGeom>
          <a:solidFill>
            <a:srgbClr val="FFF0EC"/>
          </a:solidFill>
          <a:ln w="1905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02630" y="720090"/>
            <a:ext cx="586740" cy="712470"/>
          </a:xfrm>
          <a:prstGeom prst="ellipse">
            <a:avLst/>
          </a:prstGeom>
          <a:noFill/>
          <a:ln w="3810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30215" y="1202055"/>
            <a:ext cx="1131570" cy="335280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76900" y="1663064"/>
            <a:ext cx="188595" cy="251459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70269" y="1663064"/>
            <a:ext cx="188595" cy="251459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63064"/>
            <a:ext cx="188595" cy="251459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5E333B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CA6A64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让每一次选择都值得期待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零售电商·会员旅程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