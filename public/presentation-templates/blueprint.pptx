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7200" y="0"/>
            <a:ext cx="4114800" cy="6858000"/>
          </a:xfrm>
          <a:prstGeom prst="rect">
            <a:avLst/>
          </a:prstGeom>
          <a:solidFill>
            <a:srgbClr val="132C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15350" y="1143000"/>
            <a:ext cx="1619250" cy="2000250"/>
          </a:xfrm>
          <a:prstGeom prst="rect">
            <a:avLst/>
          </a:prstGeom>
          <a:solidFill>
            <a:srgbClr val="244B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400" y="2571750"/>
            <a:ext cx="2095499" cy="2838450"/>
          </a:xfrm>
          <a:prstGeom prst="rect">
            <a:avLst/>
          </a:prstGeom>
          <a:solidFill>
            <a:srgbClr val="315F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96325" y="4114800"/>
            <a:ext cx="1171575" cy="1304925"/>
          </a:xfrm>
          <a:prstGeom prst="rect">
            <a:avLst/>
          </a:prstGeom>
          <a:solidFill>
            <a:srgbClr val="78A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77250" y="5810250"/>
            <a:ext cx="3286125" cy="0"/>
          </a:xfrm>
          <a:prstGeom prst="line">
            <a:avLst/>
          </a:prstGeom>
          <a:ln w="19050">
            <a:solidFill>
              <a:srgbClr val="8FB0E5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315FBE"/>
                </a:solidFill>
                <a:latin typeface="WenQuanYi Micro Hei"/>
                <a:ea typeface="WenQuanYi Micro Hei"/>
              </a:rPr>
              <a:t>BUSINESS /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14500"/>
            <a:ext cx="609600" cy="66675"/>
          </a:xfrm>
          <a:prstGeom prst="rect">
            <a:avLst/>
          </a:prstGeom>
          <a:solidFill>
            <a:srgbClr val="315F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76450"/>
            <a:ext cx="6953250" cy="18249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885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132C58"/>
                </a:solidFill>
                <a:latin typeface="WenQuanYi Micro Hei"/>
                <a:ea typeface="WenQuanYi Micro Hei"/>
              </a:rPr>
              <a:t>让每个想法</a:t>
            </a:r>
          </a:p>
          <a:p>
            <a:pPr algn="l">
              <a:lnSpc>
                <a:spcPts val="6885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132C58"/>
                </a:solidFill>
                <a:latin typeface="WenQuanYi Micro Hei"/>
                <a:ea typeface="WenQuanYi Micro Hei"/>
              </a:rPr>
              <a:t>成为下一步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67175"/>
            <a:ext cx="6762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C6D86"/>
                </a:solidFill>
                <a:latin typeface="WenQuanYi Micro Hei"/>
                <a:ea typeface="WenQuanYi Micro Hei"/>
              </a:rPr>
              <a:t>在这里填写你的演示副标题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343525"/>
            <a:ext cx="67627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32C5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6267450"/>
            <a:ext cx="6667500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1738F"/>
                </a:solidFill>
                <a:latin typeface="WenQuanYi Micro Hei"/>
                <a:ea typeface="WenQuanYi Micro Hei"/>
              </a:rPr>
              <a:t>OPEN OFFICE  ·  蓝图商务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132C58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32C58"/>
                </a:solidFill>
                <a:latin typeface="WenQuanYi Micro Hei"/>
                <a:ea typeface="WenQuanYi Micro Hei"/>
              </a:rPr>
              <a:t>用三个清晰的观点，讲述你的核心内容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19350"/>
            <a:ext cx="34480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419350"/>
            <a:ext cx="3448050" cy="57150"/>
          </a:xfrm>
          <a:prstGeom prst="rect">
            <a:avLst/>
          </a:prstGeom>
          <a:solidFill>
            <a:srgbClr val="315F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781300"/>
            <a:ext cx="285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15FBE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2300"/>
            <a:ext cx="28575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2C58"/>
                </a:solidFill>
                <a:latin typeface="WenQuanYi Micro Hei"/>
                <a:ea typeface="WenQuanYi Micro Hei"/>
              </a:rPr>
              <a:t>明确方向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86175"/>
            <a:ext cx="285750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在这里输入关键观点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补充事实、数据或案例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让下一步行动更加清楚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419350"/>
            <a:ext cx="34480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1975" y="2419350"/>
            <a:ext cx="3448050" cy="57150"/>
          </a:xfrm>
          <a:prstGeom prst="rect">
            <a:avLst/>
          </a:prstGeom>
          <a:solidFill>
            <a:srgbClr val="78A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8675" y="2781300"/>
            <a:ext cx="285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15FBE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3162300"/>
            <a:ext cx="28575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2C58"/>
                </a:solidFill>
                <a:latin typeface="WenQuanYi Micro Hei"/>
                <a:ea typeface="WenQuanYi Micro Hei"/>
              </a:rPr>
              <a:t>制定计划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3686175"/>
            <a:ext cx="285750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在这里输入关键观点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补充事实、数据或案例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让下一步行动更加清楚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150" y="2419350"/>
            <a:ext cx="34480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150" y="2419350"/>
            <a:ext cx="3448050" cy="57150"/>
          </a:xfrm>
          <a:prstGeom prst="rect">
            <a:avLst/>
          </a:prstGeom>
          <a:solidFill>
            <a:srgbClr val="315F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4849" y="2781300"/>
            <a:ext cx="285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15FBE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49" y="3162300"/>
            <a:ext cx="28575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2C58"/>
                </a:solidFill>
                <a:latin typeface="WenQuanYi Micro Hei"/>
                <a:ea typeface="WenQuanYi Micro Hei"/>
              </a:rPr>
              <a:t>推动结果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49" y="3686175"/>
            <a:ext cx="2857500" cy="972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在这里输入关键观点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补充事实、数据或案例</a:t>
            </a:r>
          </a:p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32C58"/>
                </a:solidFill>
                <a:latin typeface="WenQuanYi Micro Hei"/>
                <a:ea typeface="WenQuanYi Micro Hei"/>
              </a:rPr>
              <a:t>让下一步行动更加清楚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DCE2E9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83"/>
                </a:solidFill>
                <a:latin typeface="WenQuanYi Micro Hei"/>
                <a:ea typeface="WenQuanYi Micro Hei"/>
              </a:rPr>
              <a:t>OPEN OFFICE  /  蓝图商务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08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C5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78A4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581150"/>
            <a:ext cx="10668000" cy="9067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WenQuanYi Micro Hei"/>
                <a:ea typeface="WenQuanYi Micro Hei"/>
              </a:rPr>
              <a:t>把想法，变成行动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19375"/>
            <a:ext cx="10668000" cy="15220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17"/>
              </a:lnSpc>
              <a:spcBef>
                <a:spcPts val="0"/>
              </a:spcBef>
              <a:spcAft>
                <a:spcPts val="0"/>
              </a:spcAft>
            </a:pPr>
            <a:r>
              <a:rPr sz="705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4257675"/>
            <a:ext cx="10725150" cy="0"/>
          </a:xfrm>
          <a:prstGeom prst="line">
            <a:avLst/>
          </a:prstGeom>
          <a:ln w="19050">
            <a:solidFill>
              <a:srgbClr val="5C7EB3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800100" y="4610100"/>
            <a:ext cx="104775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BFD4F4"/>
                </a:solidFill>
                <a:latin typeface="WenQuanYi Micro Hei"/>
                <a:ea typeface="WenQuanYi Micro Hei"/>
              </a:rPr>
              <a:t>谢谢观看  /  期待与你交流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蓝图商务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