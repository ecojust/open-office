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教育培训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课程介绍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FFF5E5"/>
                </a:solidFill>
                <a:latin typeface="WenQuanYi Micro Hei"/>
                <a:ea typeface="WenQuanYi Micro Hei"/>
              </a:rPr>
              <a:t>让知识连接真实生活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5E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Rectangle 8"/>
          <p:cNvSpPr/>
          <p:nvPr/>
        </p:nvSpPr>
        <p:spPr>
          <a:xfrm>
            <a:off x="8624697" y="2527173"/>
            <a:ext cx="1136713" cy="1719643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07143" y="2527173"/>
            <a:ext cx="1136713" cy="1719643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834276" y="2468879"/>
            <a:ext cx="0" cy="1894523"/>
          </a:xfrm>
          <a:prstGeom prst="line">
            <a:avLst/>
          </a:prstGeom>
          <a:ln w="28575">
            <a:solidFill>
              <a:srgbClr val="FFF5E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8828722" y="2906077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140314" y="2906077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828722" y="3182969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0140314" y="3182969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828722" y="3459861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0140314" y="3459861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8828722" y="3736752"/>
            <a:ext cx="699516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10140314" y="3736752"/>
            <a:ext cx="67037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10402633" y="2060829"/>
            <a:ext cx="378904" cy="378904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5E5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94127"/>
                </a:solidFill>
                <a:latin typeface="WenQuanYi Micro Hei"/>
                <a:ea typeface="WenQuanYi Micro Hei"/>
              </a:rPr>
              <a:t>教育培训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让知识连接真实生活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FFF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6845" y="3140392"/>
            <a:ext cx="1058703" cy="160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1280" y="3140392"/>
            <a:ext cx="1058703" cy="1601628"/>
          </a:xfrm>
          <a:prstGeom prst="rect">
            <a:avLst/>
          </a:prstGeom>
          <a:solidFill>
            <a:srgbClr val="FFFFFF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553414" y="3086100"/>
            <a:ext cx="0" cy="1764506"/>
          </a:xfrm>
          <a:prstGeom prst="line">
            <a:avLst/>
          </a:prstGeom>
          <a:ln w="28575">
            <a:solidFill>
              <a:srgbClr val="59412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616868" y="3493293"/>
            <a:ext cx="65151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2838450" y="3493293"/>
            <a:ext cx="624363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616868" y="3751183"/>
            <a:ext cx="65151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2838450" y="3751183"/>
            <a:ext cx="624363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1616868" y="4009072"/>
            <a:ext cx="65151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2838450" y="4009072"/>
            <a:ext cx="624363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616868" y="4266961"/>
            <a:ext cx="65151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2838450" y="4266961"/>
            <a:ext cx="624363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9" name="Oval 18"/>
          <p:cNvSpPr/>
          <p:nvPr/>
        </p:nvSpPr>
        <p:spPr>
          <a:xfrm>
            <a:off x="3082766" y="2706052"/>
            <a:ext cx="352901" cy="352901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127"/>
                </a:solidFill>
                <a:latin typeface="WenQuanYi Micro Hei"/>
                <a:ea typeface="WenQuanYi Micro Hei"/>
              </a:rPr>
              <a:t>学习目标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定义学习者应掌握的能力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DD8A30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127"/>
                </a:solidFill>
                <a:latin typeface="WenQuanYi Micro Hei"/>
                <a:ea typeface="WenQuanYi Micro Hei"/>
              </a:rPr>
              <a:t>课程内容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组织知识模块与实践任务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DD8A30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94127"/>
                </a:solidFill>
                <a:latin typeface="WenQuanYi Micro Hei"/>
                <a:ea typeface="WenQuanYi Micro Hei"/>
              </a:rPr>
              <a:t>实践评价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4127"/>
                </a:solidFill>
                <a:latin typeface="WenQuanYi Micro Hei"/>
                <a:ea typeface="WenQuanYi Micro Hei"/>
              </a:rPr>
              <a:t>通过作品与反馈检验成长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5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OPEN OFFICE  /  教育培训·课程介绍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41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594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390" y="2651760"/>
            <a:ext cx="1002982" cy="1517332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5960" y="2651760"/>
            <a:ext cx="1002982" cy="1517332"/>
          </a:xfrm>
          <a:prstGeom prst="rect">
            <a:avLst/>
          </a:prstGeom>
          <a:solidFill>
            <a:srgbClr val="FFF5E5"/>
          </a:solidFill>
          <a:ln w="19050">
            <a:solidFill>
              <a:srgbClr val="DD8A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901666" y="2600325"/>
            <a:ext cx="0" cy="1671637"/>
          </a:xfrm>
          <a:prstGeom prst="line">
            <a:avLst/>
          </a:prstGeom>
          <a:ln w="28575">
            <a:solidFill>
              <a:srgbClr val="FFF5E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1014412" y="2986087"/>
            <a:ext cx="6172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2171700" y="2986087"/>
            <a:ext cx="591502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14412" y="3230403"/>
            <a:ext cx="6172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2171700" y="3230403"/>
            <a:ext cx="591502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014412" y="3474720"/>
            <a:ext cx="6172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2171700" y="3474720"/>
            <a:ext cx="591502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14412" y="3719036"/>
            <a:ext cx="61722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2171700" y="3719036"/>
            <a:ext cx="591502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5" name="Oval 14"/>
          <p:cNvSpPr/>
          <p:nvPr/>
        </p:nvSpPr>
        <p:spPr>
          <a:xfrm>
            <a:off x="2403157" y="2240279"/>
            <a:ext cx="334327" cy="334327"/>
          </a:xfrm>
          <a:prstGeom prst="ellipse">
            <a:avLst/>
          </a:prstGeom>
          <a:solidFill>
            <a:srgbClr val="DD8A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5941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94127"/>
                </a:solidFill>
                <a:latin typeface="WenQuanYi Micro Hei"/>
                <a:ea typeface="WenQuanYi Micro Hei"/>
              </a:rPr>
              <a:t>让每一个好奇心都有方向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DD8A30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DD8A30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教育培训·课程介绍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