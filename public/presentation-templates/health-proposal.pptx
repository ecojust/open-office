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76912" y="809625"/>
            <a:ext cx="619125" cy="1809750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81600" y="1404937"/>
            <a:ext cx="1809750" cy="619125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181600" y="1809750"/>
            <a:ext cx="404812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V="1">
            <a:off x="5586412" y="1428750"/>
            <a:ext cx="238125" cy="38100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824537" y="1428750"/>
            <a:ext cx="285750" cy="738187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6110287" y="1595437"/>
            <a:ext cx="333375" cy="57150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6443662" y="1595437"/>
            <a:ext cx="166688" cy="214313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6610350" y="1809750"/>
            <a:ext cx="428625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174448"/>
                </a:solidFill>
                <a:latin typeface="WenQuanYi Micro Hei"/>
                <a:ea typeface="WenQuanYi Micro Hei"/>
              </a:rPr>
              <a:t>医疗健康·诊疗方案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174448"/>
                </a:solidFill>
                <a:latin typeface="WenQuanYi Micro Hei"/>
                <a:ea typeface="WenQuanYi Micro Hei"/>
              </a:rPr>
              <a:t>让诊疗路径更加清晰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7444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8985"/>
                </a:solidFill>
                <a:latin typeface="WenQuanYi Micro Hei"/>
                <a:ea typeface="WenQuanYi Micro Hei"/>
              </a:rPr>
              <a:t>OPEN OFFICE  /  产品与服务提案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1744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174448"/>
                </a:solidFill>
                <a:latin typeface="WenQuanYi Micro Hei"/>
                <a:ea typeface="WenQuanYi Micro Hei"/>
              </a:rPr>
              <a:t>医疗健康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4448"/>
                </a:solidFill>
                <a:latin typeface="WenQuanYi Micro Hei"/>
                <a:ea typeface="WenQuanYi Micro Hei"/>
              </a:rPr>
              <a:t>让诊疗路径更加清晰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448050" cy="3476625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2500" y="2486025"/>
            <a:ext cx="619125" cy="619125"/>
          </a:xfrm>
          <a:prstGeom prst="ellipse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74448"/>
                </a:solidFill>
                <a:latin typeface="WenQuanYi Micro Hei"/>
                <a:ea typeface="WenQuanYi Micro Hei"/>
              </a:rPr>
              <a:t>患者需求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4448"/>
                </a:solidFill>
                <a:latin typeface="WenQuanYi Micro Hei"/>
                <a:ea typeface="WenQuanYi Micro Hei"/>
              </a:rPr>
              <a:t>识别患者人群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4448"/>
                </a:solidFill>
                <a:latin typeface="WenQuanYi Micro Hei"/>
                <a:ea typeface="WenQuanYi Micro Hei"/>
              </a:rPr>
              <a:t>与就医需求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5334000"/>
            <a:ext cx="2914650" cy="0"/>
          </a:xfrm>
          <a:prstGeom prst="line">
            <a:avLst/>
          </a:prstGeom>
          <a:ln w="19050">
            <a:solidFill>
              <a:srgbClr val="168985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228850"/>
            <a:ext cx="3448050" cy="3476625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38675" y="2486025"/>
            <a:ext cx="619125" cy="619125"/>
          </a:xfrm>
          <a:prstGeom prst="ellipse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8675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74448"/>
                </a:solidFill>
                <a:latin typeface="WenQuanYi Micro Hei"/>
                <a:ea typeface="WenQuanYi Micro Hei"/>
              </a:rPr>
              <a:t>服务能力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8675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4448"/>
                </a:solidFill>
                <a:latin typeface="WenQuanYi Micro Hei"/>
                <a:ea typeface="WenQuanYi Micro Hei"/>
              </a:rPr>
              <a:t>梳理诊疗资源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4448"/>
                </a:solidFill>
                <a:latin typeface="WenQuanYi Micro Hei"/>
                <a:ea typeface="WenQuanYi Micro Hei"/>
              </a:rPr>
              <a:t>与团队分工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38675" y="5334000"/>
            <a:ext cx="2914649" cy="0"/>
          </a:xfrm>
          <a:prstGeom prst="line">
            <a:avLst/>
          </a:prstGeom>
          <a:ln w="19050">
            <a:solidFill>
              <a:srgbClr val="168985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228850"/>
            <a:ext cx="3448050" cy="3476625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4849" y="2486025"/>
            <a:ext cx="619125" cy="619125"/>
          </a:xfrm>
          <a:prstGeom prst="ellipse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4849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849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174448"/>
                </a:solidFill>
                <a:latin typeface="WenQuanYi Micro Hei"/>
                <a:ea typeface="WenQuanYi Micro Hei"/>
              </a:rPr>
              <a:t>健康结果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849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4448"/>
                </a:solidFill>
                <a:latin typeface="WenQuanYi Micro Hei"/>
                <a:ea typeface="WenQuanYi Micro Hei"/>
              </a:rPr>
              <a:t>明确质量与体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4448"/>
                </a:solidFill>
                <a:latin typeface="WenQuanYi Micro Hei"/>
                <a:ea typeface="WenQuanYi Micro Hei"/>
              </a:rPr>
              <a:t>验评价方式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4849" y="5334000"/>
            <a:ext cx="2914651" cy="0"/>
          </a:xfrm>
          <a:prstGeom prst="line">
            <a:avLst/>
          </a:prstGeom>
          <a:ln w="19050">
            <a:solidFill>
              <a:srgbClr val="168985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9F7F3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4448"/>
                </a:solidFill>
                <a:latin typeface="WenQuanYi Micro Hei"/>
                <a:ea typeface="WenQuanYi Micro Hei"/>
              </a:rPr>
              <a:t>OPEN OFFICE  /  医疗健康·诊疗方案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4448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1744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23584" y="699135"/>
            <a:ext cx="544830" cy="1592579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99710" y="1223010"/>
            <a:ext cx="1592579" cy="544830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299710" y="1579245"/>
            <a:ext cx="356234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5655944" y="1243965"/>
            <a:ext cx="209551" cy="33528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5865495" y="1243965"/>
            <a:ext cx="251460" cy="649605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6116955" y="1390650"/>
            <a:ext cx="293370" cy="50292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410325" y="1390650"/>
            <a:ext cx="146685" cy="188595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6557010" y="1579245"/>
            <a:ext cx="377190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174448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168985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专业有温度，服务有回响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医疗健康·诊疗方案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