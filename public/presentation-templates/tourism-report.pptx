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4899" y="2173509"/>
            <a:ext cx="501015" cy="50101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791956" y="2549270"/>
            <a:ext cx="651319" cy="1102234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9443275" y="2549270"/>
            <a:ext cx="676370" cy="1102234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9718833" y="2824829"/>
            <a:ext cx="601218" cy="82667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320051" y="2824829"/>
            <a:ext cx="526066" cy="82667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92362" y="3876960"/>
            <a:ext cx="170345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992362" y="4014739"/>
            <a:ext cx="170345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92362" y="4152519"/>
            <a:ext cx="1703451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84A56"/>
                </a:solidFill>
                <a:latin typeface="WenQuanYi Micro Hei"/>
                <a:ea typeface="WenQuanYi Micro Hei"/>
              </a:rPr>
              <a:t>文旅酒店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84A56"/>
                </a:solidFill>
                <a:latin typeface="WenQuanYi Micro Hei"/>
                <a:ea typeface="WenQuanYi Micro Hei"/>
              </a:rPr>
              <a:t>运营月报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84A56"/>
                </a:solidFill>
                <a:latin typeface="WenQuanYi Micro Hei"/>
                <a:ea typeface="WenQuanYi Micro Hei"/>
              </a:rPr>
              <a:t>用运营细节提升体验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3D959C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4A56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959C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84A56"/>
                </a:solidFill>
                <a:latin typeface="WenQuanYi Micro Hei"/>
                <a:ea typeface="WenQuanYi Micro Hei"/>
              </a:rPr>
              <a:t>文旅酒店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用运营细节提升体验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入住表现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D959C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体验满意度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D959C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活动参与度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D959C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4A56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284A56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01  目的地故事：补充关键观察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02  体验设计：补充关键观察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03  服务保障：补充关键观察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BF8F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OPEN OFFICE  /  文旅酒店·运营月报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31280" y="720090"/>
            <a:ext cx="419100" cy="419100"/>
          </a:xfrm>
          <a:prstGeom prst="ellipse">
            <a:avLst/>
          </a:prstGeom>
          <a:solidFill>
            <a:srgbClr val="EBF8F5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5215890" y="1034415"/>
            <a:ext cx="544830" cy="92202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5760720" y="1034415"/>
            <a:ext cx="565785" cy="92202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5991225" y="1264920"/>
            <a:ext cx="502920" cy="69151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6494145" y="1264920"/>
            <a:ext cx="440055" cy="69151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383530" y="2145030"/>
            <a:ext cx="1424940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383530" y="2260282"/>
            <a:ext cx="1424940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5383530" y="2375535"/>
            <a:ext cx="1424940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284A56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3D959C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下一段美好旅程，从这里出发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文旅酒店·运营月报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