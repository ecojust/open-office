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软件科技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增长复盘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EDF0FD"/>
                </a:solidFill>
                <a:latin typeface="WenQuanYi Micro Hei"/>
                <a:ea typeface="WenQuanYi Micro Hei"/>
              </a:rPr>
              <a:t>用数据看见产品成长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DF0FD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9" name="Rectangle 8"/>
          <p:cNvSpPr/>
          <p:nvPr/>
        </p:nvSpPr>
        <p:spPr>
          <a:xfrm>
            <a:off x="8624697" y="2294001"/>
            <a:ext cx="816102" cy="612076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41283" y="2425160"/>
            <a:ext cx="320611" cy="72866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741283" y="2643759"/>
            <a:ext cx="553783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10111168" y="2294001"/>
            <a:ext cx="816102" cy="612076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27754" y="2425160"/>
            <a:ext cx="320611" cy="72866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0227754" y="2643759"/>
            <a:ext cx="553784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5" name="Rectangle 14"/>
          <p:cNvSpPr/>
          <p:nvPr/>
        </p:nvSpPr>
        <p:spPr>
          <a:xfrm>
            <a:off x="9382506" y="3722179"/>
            <a:ext cx="816102" cy="612076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99092" y="3853338"/>
            <a:ext cx="320611" cy="72866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499092" y="4071937"/>
            <a:ext cx="553783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9440799" y="2600039"/>
            <a:ext cx="670369" cy="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9032748" y="2906077"/>
            <a:ext cx="757809" cy="816102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 flipH="1">
            <a:off x="9790557" y="2906077"/>
            <a:ext cx="728662" cy="816102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DF0FD"/>
                </a:solidFill>
                <a:latin typeface="WenQuanYi Micro Hei"/>
                <a:ea typeface="WenQuanYi Micro Hei"/>
              </a:rPr>
              <a:t>OPEN OFFICE  /  数据与成果汇报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172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172650"/>
                </a:solidFill>
                <a:latin typeface="WenQuanYi Micro Hei"/>
                <a:ea typeface="WenQuanYi Micro Hei"/>
              </a:rPr>
              <a:t>软件科技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用数据看见产品成长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33600"/>
            <a:ext cx="3448050" cy="116205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活跃用户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5468CE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975" y="2133600"/>
            <a:ext cx="3448050" cy="116205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0100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服务可用率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5468CE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8150" y="2133600"/>
            <a:ext cx="3448050" cy="116205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6274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交付周期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4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5468CE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638550"/>
            <a:ext cx="5334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72650"/>
                </a:solidFill>
                <a:latin typeface="WenQuanYi Micro Hei"/>
                <a:ea typeface="WenQuanYi Micro Hei"/>
              </a:rPr>
              <a:t>趋势示意 · 请替换为真实数据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2950" y="5581650"/>
            <a:ext cx="5000625" cy="0"/>
          </a:xfrm>
          <a:prstGeom prst="line">
            <a:avLst/>
          </a:prstGeom>
          <a:ln w="9525">
            <a:solidFill>
              <a:srgbClr val="172650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952500" y="5029200"/>
            <a:ext cx="504825" cy="55245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5950" y="4743450"/>
            <a:ext cx="504825" cy="83820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4867275"/>
            <a:ext cx="504825" cy="714375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52850" y="4400550"/>
            <a:ext cx="504825" cy="118110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6300" y="4162424"/>
            <a:ext cx="504825" cy="1419225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225" y="38004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01  用户场景：补充关键观察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44100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02  核心能力：补充关键观察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50196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03  交付价值：补充关键观察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DF0FD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2650"/>
                </a:solidFill>
                <a:latin typeface="WenQuanYi Micro Hei"/>
                <a:ea typeface="WenQuanYi Micro Hei"/>
              </a:rPr>
              <a:t>OPEN OFFICE  /  软件科技·增长复盘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2650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172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5890" y="741045"/>
            <a:ext cx="586740" cy="440054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99710" y="835342"/>
            <a:ext cx="230505" cy="52387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299710" y="992505"/>
            <a:ext cx="398145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6284594" y="741045"/>
            <a:ext cx="586740" cy="440054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68415" y="835342"/>
            <a:ext cx="230505" cy="52387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368415" y="992505"/>
            <a:ext cx="398144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0" name="Rectangle 9"/>
          <p:cNvSpPr/>
          <p:nvPr/>
        </p:nvSpPr>
        <p:spPr>
          <a:xfrm>
            <a:off x="5760720" y="1767840"/>
            <a:ext cx="586740" cy="440054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44540" y="1862137"/>
            <a:ext cx="230505" cy="52387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844540" y="2019300"/>
            <a:ext cx="398145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802630" y="961072"/>
            <a:ext cx="481964" cy="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509259" y="1181100"/>
            <a:ext cx="544831" cy="58674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 flipH="1">
            <a:off x="6054090" y="1181100"/>
            <a:ext cx="523875" cy="58674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172650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468CE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让技术成为解决问题的力量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软件科技·增长复盘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