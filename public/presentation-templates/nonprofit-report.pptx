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94047"/>
                </a:solidFill>
                <a:latin typeface="WenQuanYi Micro Hei"/>
                <a:ea typeface="WenQuanYi Micro Hei"/>
              </a:rPr>
              <a:t>公益组织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594047"/>
                </a:solidFill>
                <a:latin typeface="WenQuanYi Micro Hei"/>
                <a:ea typeface="WenQuanYi Micro Hei"/>
              </a:rPr>
              <a:t>影响力报告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94047"/>
                </a:solidFill>
                <a:latin typeface="WenQuanYi Micro Hei"/>
                <a:ea typeface="WenQuanYi Micro Hei"/>
              </a:rPr>
              <a:t>把每一份善意变成可见成效</a:t>
            </a:r>
          </a:p>
        </p:txBody>
      </p:sp>
      <p:sp>
        <p:nvSpPr>
          <p:cNvPr id="7" name="Oval 6"/>
          <p:cNvSpPr/>
          <p:nvPr/>
        </p:nvSpPr>
        <p:spPr>
          <a:xfrm>
            <a:off x="9679305" y="1245870"/>
            <a:ext cx="421005" cy="421005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5010" y="1741170"/>
            <a:ext cx="569595" cy="39624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36355" y="1964055"/>
            <a:ext cx="421005" cy="421005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62060" y="2459355"/>
            <a:ext cx="569595" cy="39624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2255" y="1964055"/>
            <a:ext cx="421005" cy="421005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47960" y="2459355"/>
            <a:ext cx="569595" cy="39624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307830" y="2707005"/>
            <a:ext cx="569595" cy="421004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9877425" y="2707005"/>
            <a:ext cx="643890" cy="421004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9307830" y="2707005"/>
            <a:ext cx="1213485" cy="0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社会需求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项目行动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长期影响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CF0ED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047"/>
                </a:solidFill>
                <a:latin typeface="WenQuanYi Micro Hei"/>
                <a:ea typeface="WenQuanYi Micro Hei"/>
              </a:rPr>
              <a:t>公益组织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047"/>
                </a:solidFill>
                <a:latin typeface="WenQuanYi Micro Hei"/>
                <a:ea typeface="WenQuanYi Micro Hei"/>
              </a:rPr>
              <a:t>把每一份善意变成可见成效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8375"/>
            <a:ext cx="4057650" cy="3495675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2562225"/>
            <a:ext cx="3486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本期成果摘要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00400"/>
            <a:ext cx="3457575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CF0ED"/>
                </a:solidFill>
                <a:latin typeface="WenQuanYi Micro Hei"/>
                <a:ea typeface="WenQuanYi Micro Hei"/>
              </a:rPr>
              <a:t>在这里填写核心结论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CF0ED"/>
                </a:solidFill>
                <a:latin typeface="WenQuanYi Micro Hei"/>
                <a:ea typeface="WenQuanYi Micro Hei"/>
              </a:rPr>
              <a:t>说明变化与关键原因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CF0ED"/>
                </a:solidFill>
                <a:latin typeface="WenQuanYi Micro Hei"/>
                <a:ea typeface="WenQuanYi Micro Hei"/>
              </a:rPr>
              <a:t>提出下一步改善动作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5875" y="2238375"/>
            <a:ext cx="6410325" cy="1047749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0" y="241935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94047"/>
                </a:solidFill>
                <a:latin typeface="WenQuanYi Micro Hei"/>
                <a:ea typeface="WenQuanYi Micro Hei"/>
              </a:rPr>
              <a:t>服务人数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050" y="283845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94047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8300" y="249555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C0776D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5875" y="3448050"/>
            <a:ext cx="6410325" cy="1047749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3629025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94047"/>
                </a:solidFill>
                <a:latin typeface="WenQuanYi Micro Hei"/>
                <a:ea typeface="WenQuanYi Micro Hei"/>
              </a:rPr>
              <a:t>志愿时长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3050" y="4048124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94047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05224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C0776D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875" y="4657725"/>
            <a:ext cx="6410325" cy="1047749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483870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94047"/>
                </a:solidFill>
                <a:latin typeface="WenQuanYi Micro Hei"/>
                <a:ea typeface="WenQuanYi Micro Hei"/>
              </a:rPr>
              <a:t>目标达成率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050" y="525780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94047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491490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C0776D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CF0ED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OPEN OFFICE  /  公益组织·影响力报告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04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4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C0776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44075" y="1143000"/>
            <a:ext cx="404812" cy="40481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72637" y="1619250"/>
            <a:ext cx="547687" cy="38100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29700" y="1833562"/>
            <a:ext cx="404812" cy="40481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58262" y="2309812"/>
            <a:ext cx="547687" cy="38100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58450" y="1833562"/>
            <a:ext cx="404812" cy="404812"/>
          </a:xfrm>
          <a:prstGeom prst="ellipse">
            <a:avLst/>
          </a:prstGeom>
          <a:solidFill>
            <a:srgbClr val="FCF0ED"/>
          </a:solidFill>
          <a:ln w="19050">
            <a:solidFill>
              <a:srgbClr val="C0776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87012" y="2309812"/>
            <a:ext cx="547687" cy="381000"/>
          </a:xfrm>
          <a:prstGeom prst="rect">
            <a:avLst/>
          </a:prstGeom>
          <a:solidFill>
            <a:srgbClr val="FCF0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386887" y="2547937"/>
            <a:ext cx="547688" cy="40481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9934575" y="2547937"/>
            <a:ext cx="619125" cy="404813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386887" y="2547937"/>
            <a:ext cx="1166813" cy="0"/>
          </a:xfrm>
          <a:prstGeom prst="line">
            <a:avLst/>
          </a:prstGeom>
          <a:ln w="38100">
            <a:solidFill>
              <a:srgbClr val="C0776D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CF0ED"/>
                </a:solidFill>
                <a:latin typeface="WenQuanYi Micro Hei"/>
                <a:ea typeface="WenQuanYi Micro Hei"/>
              </a:rPr>
              <a:t>每一份参与，都让改变更近一步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C0776D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CF0ED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公益组织·影响力报告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