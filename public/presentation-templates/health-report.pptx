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174448"/>
                </a:solidFill>
                <a:latin typeface="WenQuanYi Micro Hei"/>
                <a:ea typeface="WenQuanYi Micro Hei"/>
              </a:rPr>
              <a:t>质量汇报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4448"/>
                </a:solidFill>
                <a:latin typeface="WenQuanYi Micro Hei"/>
                <a:ea typeface="WenQuanYi Micro Hei"/>
              </a:rPr>
              <a:t>用质量指标推动改善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80" y="1344930"/>
            <a:ext cx="643890" cy="188213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36355" y="1964055"/>
            <a:ext cx="1882139" cy="643890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936355" y="2385060"/>
            <a:ext cx="421005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9357360" y="1988820"/>
            <a:ext cx="247650" cy="39624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605010" y="1988820"/>
            <a:ext cx="297180" cy="767714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902190" y="2162175"/>
            <a:ext cx="346710" cy="594359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248900" y="2162175"/>
            <a:ext cx="173355" cy="222885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422255" y="2385060"/>
            <a:ext cx="445770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患者需求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服务能力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健康结果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9F7F3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1689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174448"/>
                </a:solidFill>
                <a:latin typeface="WenQuanYi Micro Hei"/>
                <a:ea typeface="WenQuanYi Micro Hei"/>
              </a:rPr>
              <a:t>医疗健康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74448"/>
                </a:solidFill>
                <a:latin typeface="WenQuanYi Micro Hei"/>
                <a:ea typeface="WenQuanYi Micro Hei"/>
              </a:rPr>
              <a:t>用质量指标推动改善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9F7F3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9F7F3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9F7F3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服务覆盖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74448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16898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随访完成率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74448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16898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174448"/>
                </a:solidFill>
                <a:latin typeface="WenQuanYi Micro Hei"/>
                <a:ea typeface="WenQuanYi Micro Hei"/>
              </a:rPr>
              <a:t>患者满意度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174448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16898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9F7F3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OPEN OFFICE  /  医疗健康·质量汇报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74448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1744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80197" y="2394585"/>
            <a:ext cx="668655" cy="1954529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7260" y="3037522"/>
            <a:ext cx="1954529" cy="668655"/>
          </a:xfrm>
          <a:prstGeom prst="rect">
            <a:avLst/>
          </a:prstGeom>
          <a:solidFill>
            <a:srgbClr val="E9F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7260" y="3474720"/>
            <a:ext cx="437197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374457" y="3063240"/>
            <a:ext cx="257175" cy="41148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631632" y="3063240"/>
            <a:ext cx="308610" cy="797242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940242" y="3243262"/>
            <a:ext cx="360045" cy="61722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2300287" y="3243262"/>
            <a:ext cx="180023" cy="231458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2480310" y="3474720"/>
            <a:ext cx="462915" cy="0"/>
          </a:xfrm>
          <a:prstGeom prst="line">
            <a:avLst/>
          </a:prstGeom>
          <a:ln w="47625">
            <a:solidFill>
              <a:srgbClr val="168985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174448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174448"/>
                </a:solidFill>
                <a:latin typeface="WenQuanYi Micro Hei"/>
                <a:ea typeface="WenQuanYi Micro Hei"/>
              </a:rPr>
              <a:t>专业有温度，服务有回响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16898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16898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医疗健康·质量汇报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