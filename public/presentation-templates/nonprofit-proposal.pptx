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95975" y="714375"/>
            <a:ext cx="404812" cy="40481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4537" y="1190625"/>
            <a:ext cx="547687" cy="38100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81600" y="1404937"/>
            <a:ext cx="404812" cy="40481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10162" y="1881187"/>
            <a:ext cx="547687" cy="38100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10350" y="1404937"/>
            <a:ext cx="404812" cy="40481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8912" y="1881187"/>
            <a:ext cx="547687" cy="38100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538787" y="2119312"/>
            <a:ext cx="547688" cy="40481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6086475" y="2119312"/>
            <a:ext cx="619125" cy="40481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538787" y="2119312"/>
            <a:ext cx="1166813" cy="0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594047"/>
                </a:solidFill>
                <a:latin typeface="WenQuanYi Micro Hei"/>
                <a:ea typeface="WenQuanYi Micro Hei"/>
              </a:rPr>
              <a:t>公益组织·项目介绍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4047"/>
                </a:solidFill>
                <a:latin typeface="WenQuanYi Micro Hei"/>
                <a:ea typeface="WenQuanYi Micro Hei"/>
              </a:rPr>
              <a:t>为真实需求设计公益行动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404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776D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047"/>
                </a:solidFill>
                <a:latin typeface="WenQuanYi Micro Hei"/>
                <a:ea typeface="WenQuanYi Micro Hei"/>
              </a:rPr>
              <a:t>公益组织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047"/>
                </a:solidFill>
                <a:latin typeface="WenQuanYi Micro Hei"/>
                <a:ea typeface="WenQuanYi Micro Hei"/>
              </a:rPr>
              <a:t>为真实需求设计公益行动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448050" cy="3476625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500" y="2486025"/>
            <a:ext cx="619125" cy="619125"/>
          </a:xfrm>
          <a:prstGeom prst="ellipse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94047"/>
                </a:solidFill>
                <a:latin typeface="WenQuanYi Micro Hei"/>
                <a:ea typeface="WenQuanYi Micro Hei"/>
              </a:rPr>
              <a:t>社会需求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理解服务人群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的真实处境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5334000"/>
            <a:ext cx="2914650" cy="0"/>
          </a:xfrm>
          <a:prstGeom prst="line">
            <a:avLst/>
          </a:prstGeom>
          <a:ln w="19050">
            <a:solidFill>
              <a:srgbClr val="C0776D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228850"/>
            <a:ext cx="3448050" cy="3476625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8675" y="2486025"/>
            <a:ext cx="619125" cy="619125"/>
          </a:xfrm>
          <a:prstGeom prst="ellipse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8675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94047"/>
                </a:solidFill>
                <a:latin typeface="WenQuanYi Micro Hei"/>
                <a:ea typeface="WenQuanYi Micro Hei"/>
              </a:rPr>
              <a:t>项目行动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说明项目活动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与资源配置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8675" y="5334000"/>
            <a:ext cx="2914649" cy="0"/>
          </a:xfrm>
          <a:prstGeom prst="line">
            <a:avLst/>
          </a:prstGeom>
          <a:ln w="19050">
            <a:solidFill>
              <a:srgbClr val="C0776D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228850"/>
            <a:ext cx="3448050" cy="3476625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4849" y="2486025"/>
            <a:ext cx="619125" cy="619125"/>
          </a:xfrm>
          <a:prstGeom prst="ellipse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4849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49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94047"/>
                </a:solidFill>
                <a:latin typeface="WenQuanYi Micro Hei"/>
                <a:ea typeface="WenQuanYi Micro Hei"/>
              </a:rPr>
              <a:t>长期影响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49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追踪成果与社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4047"/>
                </a:solidFill>
                <a:latin typeface="WenQuanYi Micro Hei"/>
                <a:ea typeface="WenQuanYi Micro Hei"/>
              </a:rPr>
              <a:t>区持续变化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4849" y="5334000"/>
            <a:ext cx="2914651" cy="0"/>
          </a:xfrm>
          <a:prstGeom prst="line">
            <a:avLst/>
          </a:prstGeom>
          <a:ln w="19050">
            <a:solidFill>
              <a:srgbClr val="C0776D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CF0ED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OPEN OFFICE  /  公益组织·项目介绍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59404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594047"/>
                </a:solidFill>
                <a:latin typeface="WenQuanYi Micro Hei"/>
                <a:ea typeface="WenQuanYi Micro Hei"/>
              </a:rPr>
              <a:t>每一份参与，都让改变更近一步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C0776D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公益组织·项目介绍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